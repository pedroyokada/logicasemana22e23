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2.xml" ContentType="application/vnd.openxmlformats-officedocument.theme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07" r:id="rId1"/>
    <p:sldMasterId id="2147483908" r:id="rId2"/>
    <p:sldMasterId id="2147483910" r:id="rId3"/>
  </p:sldMasterIdLst>
  <p:notesMasterIdLst>
    <p:notesMasterId r:id="rId17"/>
  </p:notesMasterIdLst>
  <p:sldIdLst>
    <p:sldId id="321" r:id="rId4"/>
    <p:sldId id="322" r:id="rId5"/>
    <p:sldId id="600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597" r:id="rId15"/>
    <p:sldId id="333" r:id="rId16"/>
  </p:sldIdLst>
  <p:sldSz cx="12192000" cy="6858000"/>
  <p:notesSz cx="6858000" cy="9144000"/>
  <p:embeddedFontLs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Light" panose="00000400000000000000" pitchFamily="2" charset="0"/>
      <p:regular r:id="rId22"/>
      <p:bold r:id="rId23"/>
      <p:italic r:id="rId24"/>
      <p:boldItalic r:id="rId25"/>
    </p:embeddedFont>
    <p:embeddedFont>
      <p:font typeface="Poppins Medium" panose="000006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4" id="{D09434B6-5D9C-43BD-AE8C-40FF52618791}">
          <p14:sldIdLst>
            <p14:sldId id="321"/>
            <p14:sldId id="322"/>
            <p14:sldId id="600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597"/>
            <p14:sldId id="33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AB8953-341E-EEA7-7B08-5C6D679DA487}" name="Lívia Rulli" initials="LR" userId="ea285effe7eb1ea7" providerId="Windows Live"/>
  <p188:author id="{8707A45E-4514-CAE5-3C40-E2CD3DAFA70C}" name="Isabel Cruz do amaral Pupo" initials="IC" userId="S::isabel_pupo@vanzolini-ead.org.br::8f4c32d8-231f-4630-ae3e-1dca2f05616d" providerId="AD"/>
  <p188:author id="{8467A299-AEEB-4E65-505E-275447848D9D}" name="ACER" initials="A" userId="ACER" providerId="None"/>
  <p188:author id="{4BD3CBB0-6750-1FDD-67D3-2ACB669506AF}" name="Soraia Novaes" initials="SN" userId="S::soraia.novaes@apoiofde.sp.gov.br::f517fece-32b1-4449-a5a1-33836cdfbea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9A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2B9AFF-AD06-4EFA-B624-D5E4A2544751}">
  <a:tblStyle styleId="{182B9AFF-AD06-4EFA-B624-D5E4A25447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88" autoAdjust="0"/>
    <p:restoredTop sz="88202" autoAdjust="0"/>
  </p:normalViewPr>
  <p:slideViewPr>
    <p:cSldViewPr snapToGrid="0">
      <p:cViewPr varScale="1">
        <p:scale>
          <a:sx n="94" d="100"/>
          <a:sy n="94" d="100"/>
        </p:scale>
        <p:origin x="13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34" Type="http://schemas.microsoft.com/office/2018/10/relationships/authors" Target="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4" name="Google Shape;3694;g3f6172b20c7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5" name="Google Shape;3695;g3f6172b20c7_0_1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696" name="Google Shape;3696;g3f6172b20c7_0_1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9" name="Google Shape;3699;g3f3d59bc485_0_1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700" name="Google Shape;3700;g3f3d59bc485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g3f3af8d0963_0_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7" name="Google Shape;2727;g3f3af8d0963_0_9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728" name="Google Shape;2728;g3f3af8d0963_0_9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8534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7" name="Google Shape;3757;g3f3d59bc485_0_2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58" name="Google Shape;3758;g3f3d59bc485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6" name="Google Shape;3776;g3f3d59bc485_0_2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7" name="Google Shape;3777;g3f3d59bc485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5" name="Google Shape;3785;g3f6172b20c7_0_2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86" name="Google Shape;3786;g3f6172b20c7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4" name="Google Shape;3804;g3f6172b20c7_0_2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	</a:t>
            </a:r>
            <a:endParaRPr/>
          </a:p>
        </p:txBody>
      </p:sp>
      <p:sp>
        <p:nvSpPr>
          <p:cNvPr id="3805" name="Google Shape;3805;g3f6172b20c7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0" name="Google Shape;3810;g3f6172b20c7_0_2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11" name="Google Shape;3811;g3f6172b20c7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6" name="Google Shape;3816;g3f6172b20c7_0_2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17" name="Google Shape;3817;g3f6172b20c7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2" name="Google Shape;3822;g3f6172b20c7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3" name="Google Shape;3823;g3f6172b20c7_0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824" name="Google Shape;3824;g3f6172b20c7_0_3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7" name="Google Shape;3827;g3f6172b20c7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8" name="Google Shape;3828;g3f6172b20c7_0_3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829" name="Google Shape;3829;g3f6172b20c7_0_3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0">
          <a:extLst>
            <a:ext uri="{FF2B5EF4-FFF2-40B4-BE49-F238E27FC236}">
              <a16:creationId xmlns:a16="http://schemas.microsoft.com/office/drawing/2014/main" id="{92C42752-6A62-7F77-0D84-343555100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g3ee235a11d4_0_4569:notes">
            <a:extLst>
              <a:ext uri="{FF2B5EF4-FFF2-40B4-BE49-F238E27FC236}">
                <a16:creationId xmlns:a16="http://schemas.microsoft.com/office/drawing/2014/main" id="{D1255B50-5C76-5C23-6DCC-0347086278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2" name="Google Shape;3052;g3ee235a11d4_0_4569:notes">
            <a:extLst>
              <a:ext uri="{FF2B5EF4-FFF2-40B4-BE49-F238E27FC236}">
                <a16:creationId xmlns:a16="http://schemas.microsoft.com/office/drawing/2014/main" id="{15FA733C-6367-BEE9-52FE-EE1AB90888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053" name="Google Shape;3053;g3ee235a11d4_0_4569:notes">
            <a:extLst>
              <a:ext uri="{FF2B5EF4-FFF2-40B4-BE49-F238E27FC236}">
                <a16:creationId xmlns:a16="http://schemas.microsoft.com/office/drawing/2014/main" id="{90CC30FC-0321-4AEF-CEFC-ED6682F6B0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0396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3" name="Google Shape;3883;g3f6172b20c7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4" name="Google Shape;3884;g3f6172b20c7_0_3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885" name="Google Shape;3885;g3f6172b20c7_0_3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5.emf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8.png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4.png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45466" y="885957"/>
            <a:ext cx="406743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649652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67011" y="2910757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07949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67375" y="3499222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9" name="Google Shape;49;p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4700100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37750" y="2962215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37986" y="3070133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87" cy="238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55" cy="7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083" cy="187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055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" name="Google Shape;293;p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246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537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37"/>
          <p:cNvCxnSpPr/>
          <p:nvPr/>
        </p:nvCxnSpPr>
        <p:spPr>
          <a:xfrm>
            <a:off x="460698" y="3353252"/>
            <a:ext cx="11844716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2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432" cy="4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/>
          </a:p>
        </p:txBody>
      </p:sp>
      <p:sp>
        <p:nvSpPr>
          <p:cNvPr id="608" name="Google Shape;608;p6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/>
          </a:p>
        </p:txBody>
      </p:sp>
      <p:sp>
        <p:nvSpPr>
          <p:cNvPr id="609" name="Google Shape;609;p6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/>
          </a:p>
        </p:txBody>
      </p:sp>
      <p:pic>
        <p:nvPicPr>
          <p:cNvPr id="610" name="Google Shape;610;p6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6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3" name="Google Shape;613;p62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614" name="Google Shape;614;p62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62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6" name="Google Shape;616;p6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7" name="Google Shape;617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8" name="Google Shape;618;p62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619" name="Google Shape;619;p62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2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1" name="Google Shape;621;p62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62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623" name="Google Shape;623;p6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28" name="Google Shape;628;p6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p64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p64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64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64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64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64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6" name="Google Shape;636;p64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4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/>
          </a:p>
        </p:txBody>
      </p:sp>
      <p:sp>
        <p:nvSpPr>
          <p:cNvPr id="638" name="Google Shape;638;p6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9" name="Google Shape;639;p6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0" name="Google Shape;640;p64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1" name="Google Shape;641;p64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42" name="Google Shape;642;p64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643" name="Google Shape;643;p6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64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5" name="Google Shape;645;p64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6" name="Google Shape;646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4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4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p64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651" name="Google Shape;651;p64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652" name="Google Shape;652;p64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64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4" name="Google Shape;654;p64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4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4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64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64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0" name="Google Shape;660;p64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661" name="Google Shape;661;p64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2" name="Google Shape;662;p64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63" name="Google Shape;663;p64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64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64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64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64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64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9" name="Google Shape;669;p64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4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64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672" name="Google Shape;672;p64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673" name="Google Shape;673;p64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64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6" name="Google Shape;676;p64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4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02" name="Google Shape;702;p6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03" name="Google Shape;703;p6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4" name="Google Shape;704;p6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5" name="Google Shape;705;p6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6" name="Google Shape;706;p6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6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6" name="Google Shape;716;p6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7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1" name="Google Shape;721;p7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4" name="Google Shape;724;p7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725" name="Google Shape;725;p7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8" name="Google Shape;728;p7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7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3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7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7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7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3" name="Google Shape;743;p7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44" name="Google Shape;744;p7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45" name="Google Shape;745;p7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6" name="Google Shape;746;p7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7" name="Google Shape;747;p7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8" name="Google Shape;748;p7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9" name="Google Shape;749;p7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0" name="Google Shape;750;p7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7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2" name="Google Shape;752;p7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3" name="Google Shape;753;p7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4" name="Google Shape;754;p7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55" name="Google Shape;755;p7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7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2" name="Google Shape;762;p7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63" name="Google Shape;763;p7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64" name="Google Shape;764;p7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5" name="Google Shape;765;p7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6" name="Google Shape;766;p7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7" name="Google Shape;767;p7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8" name="Google Shape;768;p7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7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Google Shape;770;p7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1" name="Google Shape;771;p7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2" name="Google Shape;772;p7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3" name="Google Shape;773;p7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4" name="Google Shape;774;p7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6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7" name="Google Shape;777;p76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8" name="Google Shape;778;p76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9" name="Google Shape;779;p76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0" name="Google Shape;780;p76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1" name="Google Shape;781;p7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7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7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7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7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77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9" name="Google Shape;789;p77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0" name="Google Shape;790;p77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77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7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7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8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8" name="Google Shape;798;p78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9" name="Google Shape;799;p78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0" name="Google Shape;800;p78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801" name="Google Shape;801;p7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7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7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79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9" name="Google Shape;809;p79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0" name="Google Shape;810;p79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79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2" name="Google Shape;812;p7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7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8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8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8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8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20" name="Google Shape;820;p8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1" name="Google Shape;821;p8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2" name="Google Shape;822;p8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8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8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8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8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81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0" name="Google Shape;830;p81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1" name="Google Shape;831;p81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81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8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8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8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8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9" name="Google Shape;839;p8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0" name="Google Shape;840;p8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8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3" name="Google Shape;843;p83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4" name="Google Shape;844;p83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5" name="Google Shape;845;p83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846" name="Google Shape;846;p83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7" name="Google Shape;847;p83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8" name="Google Shape;848;p83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49" name="Google Shape;849;p83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50" name="Google Shape;850;p83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84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5" name="Google Shape;855;p84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6" name="Google Shape;856;p84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7" name="Google Shape;857;p84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8" name="Google Shape;858;p84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9" name="Google Shape;859;p84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0" name="Google Shape;860;p8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8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5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6" name="Google Shape;866;p85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7" name="Google Shape;867;p85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8" name="Google Shape;868;p85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9" name="Google Shape;869;p85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0" name="Google Shape;870;p85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1" name="Google Shape;871;p85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2" name="Google Shape;872;p8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8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5" name="Google Shape;875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6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8" name="Google Shape;878;p86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9" name="Google Shape;879;p86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0" name="Google Shape;880;p86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1" name="Google Shape;881;p86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2" name="Google Shape;882;p86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3" name="Google Shape;883;p86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4" name="Google Shape;884;p8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8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0" name="Google Shape;890;p8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1" name="Google Shape;891;p8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2" name="Google Shape;892;p8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3" name="Google Shape;893;p8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4" name="Google Shape;894;p8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5" name="Google Shape;895;p8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8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Google Shape;900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1" name="Google Shape;901;p89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902" name="Google Shape;902;p89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89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89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5" name="Google Shape;905;p89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6" name="Google Shape;906;p89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91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0" name="Google Shape;910;p91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1" name="Google Shape;911;p91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2" name="Google Shape;912;p91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9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6" name="Google Shape;916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92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8" name="Google Shape;918;p92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9" name="Google Shape;919;p92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0" name="Google Shape;920;p92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1" name="Google Shape;921;p92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2" name="Google Shape;922;p92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3" name="Google Shape;923;p92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 2"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9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26" name="Google Shape;926;p9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9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9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9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1" name="Google Shape;931;p9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2" name="Google Shape;932;p9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94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cxnSp>
        <p:nvCxnSpPr>
          <p:cNvPr id="934" name="Google Shape;934;p94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5" name="Google Shape;935;p94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cxnSp>
        <p:nvCxnSpPr>
          <p:cNvPr id="936" name="Google Shape;936;p94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7" name="Google Shape;937;p94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cxnSp>
        <p:nvCxnSpPr>
          <p:cNvPr id="938" name="Google Shape;938;p94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9" name="Google Shape;939;p94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cxnSp>
        <p:nvCxnSpPr>
          <p:cNvPr id="940" name="Google Shape;940;p94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41" name="Google Shape;941;p9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2" name="Google Shape;942;p9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3" name="Google Shape;943;p9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4" name="Google Shape;944;p9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5" name="Google Shape;945;p9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9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9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0" name="Google Shape;950;p95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51" name="Google Shape;951;p95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95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9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7" name="Google Shape;957;p9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8" name="Google Shape;958;p9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9" name="Google Shape;959;p9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9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962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4" name="Google Shape;964;p97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965" name="Google Shape;965;p9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6" name="Google Shape;966;p9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7" name="Google Shape;967;p9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9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9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3" name="Google Shape;973;p98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74" name="Google Shape;974;p98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5" name="Google Shape;975;p98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6" name="Google Shape;976;p98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7" name="Google Shape;977;p98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78" name="Google Shape;978;p9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79" name="Google Shape;979;p9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0" name="Google Shape;980;p9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1" name="Google Shape;981;p9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2" name="Google Shape;982;p9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3" name="Google Shape;983;p9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9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8" name="Google Shape;988;p99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89" name="Google Shape;989;p99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0" name="Google Shape;990;p99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1" name="Google Shape;991;p99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2" name="Google Shape;992;p99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93" name="Google Shape;993;p9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4" name="Google Shape;994;p9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5" name="Google Shape;995;p9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6" name="Google Shape;996;p9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7" name="Google Shape;997;p9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8" name="Google Shape;998;p9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9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p1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3" name="Google Shape;1003;p100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04" name="Google Shape;1004;p100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5" name="Google Shape;1005;p100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6" name="Google Shape;1006;p100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7" name="Google Shape;1007;p100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08" name="Google Shape;1008;p10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09" name="Google Shape;1009;p10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0" name="Google Shape;1010;p10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1" name="Google Shape;1011;p10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2" name="Google Shape;1012;p10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3" name="Google Shape;1013;p10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14" name="Google Shape;1014;p100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15" name="Google Shape;1015;p1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0" name="Google Shape;1020;p101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21" name="Google Shape;1021;p101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2" name="Google Shape;1022;p101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3" name="Google Shape;1023;p101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4" name="Google Shape;1024;p101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25" name="Google Shape;1025;p10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6" name="Google Shape;1026;p10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7" name="Google Shape;1027;p10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8" name="Google Shape;1028;p10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9" name="Google Shape;1029;p10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0" name="Google Shape;1030;p10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31" name="Google Shape;1031;p101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32" name="Google Shape;1032;p10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0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Google Shape;1035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7" name="Google Shape;1037;p102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38" name="Google Shape;1038;p102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39" name="Google Shape;1039;p102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0" name="Google Shape;1040;p102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1" name="Google Shape;1041;p102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2" name="Google Shape;1042;p10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3" name="Google Shape;1043;p10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4" name="Google Shape;1044;p10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5" name="Google Shape;1045;p10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6" name="Google Shape;1046;p10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7" name="Google Shape;1047;p10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48" name="Google Shape;1048;p102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9" name="Google Shape;1049;p10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0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" name="Google Shape;1052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10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5" name="Google Shape;1055;p10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6" name="Google Shape;1056;p10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7" name="Google Shape;1057;p10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1058" name="Google Shape;1058;p10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059" name="Google Shape;1059;p10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0" name="Google Shape;1060;p10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1" name="Google Shape;1061;p10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62" name="Google Shape;1062;p10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3" name="Google Shape;1063;p10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4" name="Google Shape;1064;p10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5" name="Google Shape;1065;p10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6" name="Google Shape;1066;p10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7" name="Google Shape;1067;p10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10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10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10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4" name="Google Shape;1074;p10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0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Google Shape;1077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10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05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0" name="Google Shape;1080;p105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2" name="Google Shape;1082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10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4" name="Google Shape;1084;p10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0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" name="Google Shape;1087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107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0" name="Google Shape;1090;p107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1" name="Google Shape;1091;p107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2" name="Google Shape;1092;p10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107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1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108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98" name="Google Shape;1098;p108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9" name="Google Shape;1099;p108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0" name="Google Shape;1100;p10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10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1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109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6" name="Google Shape;1106;p109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7" name="Google Shape;1107;p109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08" name="Google Shape;1108;p10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10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1" name="Google Shape;1111;p1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110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4" name="Google Shape;1114;p110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5" name="Google Shape;1115;p110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6" name="Google Shape;1116;p1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1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11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2" name="Google Shape;1122;p11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3" name="Google Shape;1123;p11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4" name="Google Shape;1124;p1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1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" name="Google Shape;1127;p1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11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11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11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31" name="Google Shape;1131;p11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2" name="Google Shape;1132;p11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3" name="Google Shape;1133;p11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1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1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6" name="Google Shape;1136;p11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7" name="Google Shape;1137;p112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12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0" name="Google Shape;1140;p1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113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11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43" name="Google Shape;1143;p11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4" name="Google Shape;1144;p11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5" name="Google Shape;1145;p11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1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1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8" name="Google Shape;1148;p11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9" name="Google Shape;1149;p113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113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11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11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4" name="Google Shape;1154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114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56" name="Google Shape;1156;p1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57" name="Google Shape;1157;p1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8" name="Google Shape;1158;p1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9" name="Google Shape;1159;p1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0" name="Google Shape;1160;p1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1" name="Google Shape;1161;p1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1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1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115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66" name="Google Shape;1166;p1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67" name="Google Shape;1167;p1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8" name="Google Shape;1168;p1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9" name="Google Shape;1169;p1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0" name="Google Shape;1170;p1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1" name="Google Shape;1171;p1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115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1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1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6" name="Google Shape;1176;p1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8" name="Google Shape;1178;p1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9" name="Google Shape;1179;p1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1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1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3" name="Google Shape;1183;p117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4" name="Google Shape;1184;p117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11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 1">
  <p:cSld name="2_Atividade_Resposta"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19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9" name="Google Shape;1189;p119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0" name="Google Shape;1190;p119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119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19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3" name="Google Shape;1193;p119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4" name="Google Shape;1194;p119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5" name="Google Shape;1195;p119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6" name="Google Shape;1196;p119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8" name="Google Shape;1198;p119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99" name="Google Shape;1199;p1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119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1" name="Google Shape;1201;p119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11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11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8F41D3F-CB55-CC5E-BA48-E1500222F0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02047" y="5795955"/>
            <a:ext cx="363559" cy="4362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1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18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8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8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18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6" name="Google Shape;1816;p18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CUSTOM"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8" name="Google Shape;1818;p18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19" name="Google Shape;1819;p182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182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82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82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182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4" name="Google Shape;1824;p182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1825" name="Google Shape;1825;p182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182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182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182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182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182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182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182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182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182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182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182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182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182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182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182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1" name="Google Shape;1841;p182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2" name="Google Shape;1842;p182"/>
          <p:cNvCxnSpPr>
            <a:stCxn id="1841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3" name="Google Shape;1843;p182"/>
          <p:cNvCxnSpPr>
            <a:endCxn id="1822" idx="1"/>
          </p:cNvCxnSpPr>
          <p:nvPr/>
        </p:nvCxnSpPr>
        <p:spPr>
          <a:xfrm rot="10800000" flipH="1">
            <a:off x="7013652" y="5998827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4" name="Google Shape;1844;p182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5" name="Google Shape;1845;p182"/>
          <p:cNvCxnSpPr>
            <a:stCxn id="1844" idx="4"/>
            <a:endCxn id="1820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6" name="Google Shape;1846;p182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7" name="Google Shape;1847;p182"/>
          <p:cNvCxnSpPr>
            <a:stCxn id="1846" idx="3"/>
            <a:endCxn id="1821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8" name="Google Shape;1848;p182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9" name="Google Shape;1849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82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4" name="Google Shape;1854;p182"/>
          <p:cNvCxnSpPr>
            <a:stCxn id="1853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55" name="Google Shape;1855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182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7" name="Google Shape;1857;p182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8" name="Google Shape;1858;p182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9" name="Google Shape;1859;p182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0" name="Google Shape;1860;p182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1" name="Google Shape;1861;p182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182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182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82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82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7" name="Google Shape;1867;p18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8" name="Google Shape;1868;p183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869" name="Google Shape;1869;p18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0" name="Google Shape;1870;p18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1" name="Google Shape;1871;p18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2" name="Google Shape;1872;p1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3" name="Google Shape;1873;p183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874" name="Google Shape;1874;p183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83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76" name="Google Shape;1876;p18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4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7" name="Google Shape;1877;p183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878" name="Google Shape;1878;p183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83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83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8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83" name="Google Shape;1883;p18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5" name="Google Shape;1885;p185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6" name="Google Shape;1886;p185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7" name="Google Shape;1887;p185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8" name="Google Shape;1888;p185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9" name="Google Shape;1889;p185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0" name="Google Shape;1890;p185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1" name="Google Shape;1891;p18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185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8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4" name="Google Shape;1894;p18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5" name="Google Shape;1895;p185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6" name="Google Shape;1896;p18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897" name="Google Shape;1897;p185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898" name="Google Shape;1898;p18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9" name="Google Shape;1899;p18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0" name="Google Shape;1900;p18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1" name="Google Shape;1901;p1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2" name="Google Shape;1902;p1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3" name="Google Shape;1903;p185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185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5" name="Google Shape;1905;p185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906" name="Google Shape;1906;p18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907" name="Google Shape;1907;p18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18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9" name="Google Shape;1909;p18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18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185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2" name="Google Shape;1912;p185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3" name="Google Shape;1913;p18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85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5" name="Google Shape;1915;p185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916" name="Google Shape;1916;p18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7" name="Google Shape;1917;p18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918" name="Google Shape;1918;p18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18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8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8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8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8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4" name="Google Shape;1924;p185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185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6" name="Google Shape;1926;p185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927" name="Google Shape;1927;p18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928" name="Google Shape;1928;p18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18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8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1" name="Google Shape;1931;p18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18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4" name="Google Shape;1934;p1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35" name="Google Shape;1935;p18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18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18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18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39" name="Google Shape;1939;p18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0" name="Google Shape;1940;p186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186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8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18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18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187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8" name="Google Shape;1948;p18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18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88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2" name="Google Shape;1952;p188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3" name="Google Shape;1953;p188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4" name="Google Shape;1954;p188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5" name="Google Shape;1955;p188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6" name="Google Shape;1956;p18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18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9" name="Google Shape;1959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0" name="Google Shape;1960;p18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18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8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189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4" name="Google Shape;1964;p189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5" name="Google Shape;1965;p18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18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8" name="Google Shape;1968;p1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9" name="Google Shape;1969;p19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19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19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19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973" name="Google Shape;1973;p19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4" name="Google Shape;1974;p19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5" name="Google Shape;1975;p19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19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8" name="Google Shape;1978;p1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19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19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19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191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3" name="Google Shape;1983;p191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4" name="Google Shape;1984;p191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191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6" name="Google Shape;1986;p19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19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9" name="Google Shape;1989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90" name="Google Shape;1990;p19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19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19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9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4" name="Google Shape;1994;p19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5" name="Google Shape;1995;p19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6" name="Google Shape;1996;p19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997" name="Google Shape;1997;p19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p19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Google Shape;2000;p1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19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19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19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193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5" name="Google Shape;2005;p193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6" name="Google Shape;2006;p19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19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9" name="Google Shape;2009;p1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0" name="Google Shape;2010;p19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19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19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3" name="Google Shape;2013;p19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014" name="Google Shape;2014;p19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015" name="Google Shape;2015;p19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6" name="Google Shape;2016;p19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7" name="Google Shape;2017;p19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8" name="Google Shape;2018;p19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9" name="Google Shape;2019;p19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0" name="Google Shape;2020;p19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1" name="Google Shape;2021;p19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2" name="Google Shape;2022;p19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3" name="Google Shape;2023;p19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4" name="Google Shape;2024;p19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25" name="Google Shape;2025;p19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19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8" name="Google Shape;2028;p1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9" name="Google Shape;2029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0" name="Google Shape;2030;p19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1" name="Google Shape;2031;p19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19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196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5" name="Google Shape;2035;p196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6" name="Google Shape;2036;p196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7" name="Google Shape;2037;p196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9" name="Google Shape;2039;p1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0" name="Google Shape;2040;p1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197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2" name="Google Shape;2042;p197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3" name="Google Shape;2043;p197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4" name="Google Shape;2044;p197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5" name="Google Shape;2045;p197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6" name="Google Shape;2046;p197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7" name="Google Shape;2047;p19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197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oogle Shape;2050;p1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1" name="Google Shape;2051;p1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2" name="Google Shape;2052;p19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3" name="Google Shape;2053;p19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4" name="Google Shape;2054;p19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5" name="Google Shape;2055;p19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6" name="Google Shape;2056;p19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" name="Google Shape;2057;p19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8" name="Google Shape;2058;p19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9" name="Google Shape;2059;p19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1" name="Google Shape;2061;p1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2" name="Google Shape;2062;p1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3" name="Google Shape;2063;p199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4" name="Google Shape;2064;p199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5" name="Google Shape;2065;p199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66" name="Google Shape;2066;p19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199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9" name="Google Shape;2069;p2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0" name="Google Shape;2070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1" name="Google Shape;2071;p200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2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2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Google Shape;2075;p2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76" name="Google Shape;2076;p201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77" name="Google Shape;2077;p20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8" name="Google Shape;2078;p201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0" name="Google Shape;2080;p2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1" name="Google Shape;2081;p202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2082" name="Google Shape;2082;p20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20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0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5" name="Google Shape;2085;p202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6" name="Google Shape;2086;p202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8" name="Google Shape;2088;p2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9" name="Google Shape;2089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0" name="Google Shape;2090;p20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1" name="Google Shape;2091;p20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2" name="Google Shape;2092;p20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3" name="Google Shape;2093;p20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203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">
    <p:bg>
      <p:bgPr>
        <a:solidFill>
          <a:srgbClr val="28566E"/>
        </a:solidFill>
        <a:effectLst/>
      </p:bgPr>
    </p:bg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6" name="Google Shape;2096;p2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7" name="Google Shape;2097;p20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8" name="Google Shape;2098;p20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20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0" name="Google Shape;2100;p20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1" name="Google Shape;2101;p20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2" name="Google Shape;2102;p20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3" name="Google Shape;2103;p20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4" name="Google Shape;2104;p20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5" name="Google Shape;2105;p20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p20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7" name="Google Shape;2107;p204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9" name="Google Shape;2109;p2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0" name="Google Shape;2110;p20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11" name="Google Shape;2111;p20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2" name="Google Shape;2112;p20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3" name="Google Shape;2113;p20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4" name="Google Shape;2114;p20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5" name="Google Shape;2115;p20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6" name="Google Shape;2116;p205"/>
          <p:cNvSpPr txBox="1"/>
          <p:nvPr/>
        </p:nvSpPr>
        <p:spPr>
          <a:xfrm>
            <a:off x="5767754" y="-75027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7" name="Google Shape;2117;p20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205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0" name="Google Shape;2120;p2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21" name="Google Shape;2121;p20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2" name="Google Shape;2122;p20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20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124" name="Google Shape;2124;p20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5" name="Google Shape;2125;p206"/>
          <p:cNvSpPr/>
          <p:nvPr/>
        </p:nvSpPr>
        <p:spPr>
          <a:xfrm>
            <a:off x="229449" y="3216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6" name="Google Shape;2126;p206"/>
          <p:cNvSpPr txBox="1"/>
          <p:nvPr/>
        </p:nvSpPr>
        <p:spPr>
          <a:xfrm>
            <a:off x="495695" y="757428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8" name="Google Shape;2128;p2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9" name="Google Shape;2129;p2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130" name="Google Shape;2130;p207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1" name="Google Shape;2131;p207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2" name="Google Shape;2132;p207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3" name="Google Shape;2133;p20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20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6" name="Google Shape;2136;p2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7" name="Google Shape;2137;p2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8" name="Google Shape;2138;p208"/>
          <p:cNvSpPr txBox="1">
            <a:spLocks noGrp="1"/>
          </p:cNvSpPr>
          <p:nvPr>
            <p:ph type="body" idx="1"/>
          </p:nvPr>
        </p:nvSpPr>
        <p:spPr>
          <a:xfrm>
            <a:off x="3806396" y="2036189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9" name="Google Shape;2139;p208"/>
          <p:cNvSpPr txBox="1">
            <a:spLocks noGrp="1"/>
          </p:cNvSpPr>
          <p:nvPr>
            <p:ph type="body" idx="2"/>
          </p:nvPr>
        </p:nvSpPr>
        <p:spPr>
          <a:xfrm>
            <a:off x="3806396" y="3363540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0" name="Google Shape;2140;p208"/>
          <p:cNvSpPr txBox="1">
            <a:spLocks noGrp="1"/>
          </p:cNvSpPr>
          <p:nvPr>
            <p:ph type="body" idx="3"/>
          </p:nvPr>
        </p:nvSpPr>
        <p:spPr>
          <a:xfrm>
            <a:off x="8183525" y="4696970"/>
            <a:ext cx="32916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1" name="Google Shape;2141;p208"/>
          <p:cNvSpPr txBox="1">
            <a:spLocks noGrp="1"/>
          </p:cNvSpPr>
          <p:nvPr>
            <p:ph type="body" idx="4"/>
          </p:nvPr>
        </p:nvSpPr>
        <p:spPr>
          <a:xfrm>
            <a:off x="3806396" y="4676237"/>
            <a:ext cx="3276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2" name="Google Shape;2142;p208"/>
          <p:cNvSpPr txBox="1">
            <a:spLocks noGrp="1"/>
          </p:cNvSpPr>
          <p:nvPr>
            <p:ph type="body" idx="5"/>
          </p:nvPr>
        </p:nvSpPr>
        <p:spPr>
          <a:xfrm>
            <a:off x="8183525" y="2036512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3" name="Google Shape;2143;p208"/>
          <p:cNvSpPr txBox="1">
            <a:spLocks noGrp="1"/>
          </p:cNvSpPr>
          <p:nvPr>
            <p:ph type="body" idx="6"/>
          </p:nvPr>
        </p:nvSpPr>
        <p:spPr>
          <a:xfrm>
            <a:off x="8183525" y="3363864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4" name="Google Shape;2144;p208"/>
          <p:cNvSpPr txBox="1">
            <a:spLocks noGrp="1"/>
          </p:cNvSpPr>
          <p:nvPr>
            <p:ph type="body" idx="7"/>
          </p:nvPr>
        </p:nvSpPr>
        <p:spPr>
          <a:xfrm>
            <a:off x="2825335" y="912661"/>
            <a:ext cx="6246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5" name="Google Shape;2145;p208"/>
          <p:cNvSpPr txBox="1">
            <a:spLocks noGrp="1"/>
          </p:cNvSpPr>
          <p:nvPr>
            <p:ph type="body" idx="8"/>
          </p:nvPr>
        </p:nvSpPr>
        <p:spPr>
          <a:xfrm>
            <a:off x="3806397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6" name="Google Shape;2146;p208"/>
          <p:cNvSpPr txBox="1">
            <a:spLocks noGrp="1"/>
          </p:cNvSpPr>
          <p:nvPr>
            <p:ph type="body" idx="9"/>
          </p:nvPr>
        </p:nvSpPr>
        <p:spPr>
          <a:xfrm>
            <a:off x="3806397" y="3725169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7" name="Google Shape;2147;p208"/>
          <p:cNvSpPr txBox="1">
            <a:spLocks noGrp="1"/>
          </p:cNvSpPr>
          <p:nvPr>
            <p:ph type="body" idx="13"/>
          </p:nvPr>
        </p:nvSpPr>
        <p:spPr>
          <a:xfrm>
            <a:off x="3806397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8" name="Google Shape;2148;p208"/>
          <p:cNvSpPr txBox="1">
            <a:spLocks noGrp="1"/>
          </p:cNvSpPr>
          <p:nvPr>
            <p:ph type="body" idx="14"/>
          </p:nvPr>
        </p:nvSpPr>
        <p:spPr>
          <a:xfrm>
            <a:off x="8183525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9" name="Google Shape;2149;p208"/>
          <p:cNvSpPr txBox="1">
            <a:spLocks noGrp="1"/>
          </p:cNvSpPr>
          <p:nvPr>
            <p:ph type="body" idx="15"/>
          </p:nvPr>
        </p:nvSpPr>
        <p:spPr>
          <a:xfrm>
            <a:off x="8183525" y="3680360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0" name="Google Shape;2150;p208"/>
          <p:cNvSpPr txBox="1">
            <a:spLocks noGrp="1"/>
          </p:cNvSpPr>
          <p:nvPr>
            <p:ph type="body" idx="16"/>
          </p:nvPr>
        </p:nvSpPr>
        <p:spPr>
          <a:xfrm>
            <a:off x="8183525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1" name="Google Shape;2151;p208"/>
          <p:cNvSpPr txBox="1">
            <a:spLocks noGrp="1"/>
          </p:cNvSpPr>
          <p:nvPr>
            <p:ph type="body" idx="17"/>
          </p:nvPr>
        </p:nvSpPr>
        <p:spPr>
          <a:xfrm>
            <a:off x="2023316" y="2365587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2" name="Google Shape;2152;p208"/>
          <p:cNvSpPr txBox="1">
            <a:spLocks noGrp="1"/>
          </p:cNvSpPr>
          <p:nvPr>
            <p:ph type="body" idx="18"/>
          </p:nvPr>
        </p:nvSpPr>
        <p:spPr>
          <a:xfrm>
            <a:off x="2023316" y="3699769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3" name="Google Shape;2153;p208"/>
          <p:cNvSpPr txBox="1">
            <a:spLocks noGrp="1"/>
          </p:cNvSpPr>
          <p:nvPr>
            <p:ph type="body" idx="19"/>
          </p:nvPr>
        </p:nvSpPr>
        <p:spPr>
          <a:xfrm>
            <a:off x="2023316" y="4998823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4" name="Google Shape;2154;p208"/>
          <p:cNvSpPr txBox="1">
            <a:spLocks noGrp="1"/>
          </p:cNvSpPr>
          <p:nvPr>
            <p:ph type="body" idx="20"/>
          </p:nvPr>
        </p:nvSpPr>
        <p:spPr>
          <a:xfrm>
            <a:off x="7660284" y="2370667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5" name="Google Shape;2155;p208"/>
          <p:cNvSpPr txBox="1">
            <a:spLocks noGrp="1"/>
          </p:cNvSpPr>
          <p:nvPr>
            <p:ph type="body" idx="21"/>
          </p:nvPr>
        </p:nvSpPr>
        <p:spPr>
          <a:xfrm>
            <a:off x="7660284" y="3660040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6" name="Google Shape;2156;p208"/>
          <p:cNvSpPr txBox="1">
            <a:spLocks noGrp="1"/>
          </p:cNvSpPr>
          <p:nvPr>
            <p:ph type="body" idx="22"/>
          </p:nvPr>
        </p:nvSpPr>
        <p:spPr>
          <a:xfrm>
            <a:off x="7660284" y="5003903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7" name="Google Shape;2157;p20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8" name="Google Shape;2158;p208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0" name="Google Shape;2160;p2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1" name="Google Shape;2161;p2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2" name="Google Shape;2162;p209"/>
          <p:cNvSpPr txBox="1">
            <a:spLocks noGrp="1"/>
          </p:cNvSpPr>
          <p:nvPr>
            <p:ph type="body" idx="1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3" name="Google Shape;2163;p209"/>
          <p:cNvSpPr txBox="1">
            <a:spLocks noGrp="1"/>
          </p:cNvSpPr>
          <p:nvPr>
            <p:ph type="body" idx="2"/>
          </p:nvPr>
        </p:nvSpPr>
        <p:spPr>
          <a:xfrm>
            <a:off x="3562371" y="1936680"/>
            <a:ext cx="3279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4" name="Google Shape;2164;p209"/>
          <p:cNvSpPr txBox="1">
            <a:spLocks noGrp="1"/>
          </p:cNvSpPr>
          <p:nvPr>
            <p:ph type="body" idx="3"/>
          </p:nvPr>
        </p:nvSpPr>
        <p:spPr>
          <a:xfrm>
            <a:off x="3562371" y="245443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5" name="Google Shape;2165;p209"/>
          <p:cNvSpPr txBox="1">
            <a:spLocks noGrp="1"/>
          </p:cNvSpPr>
          <p:nvPr>
            <p:ph type="body" idx="4"/>
          </p:nvPr>
        </p:nvSpPr>
        <p:spPr>
          <a:xfrm>
            <a:off x="3562371" y="3351392"/>
            <a:ext cx="32796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6" name="Google Shape;2166;p209"/>
          <p:cNvSpPr txBox="1">
            <a:spLocks noGrp="1"/>
          </p:cNvSpPr>
          <p:nvPr>
            <p:ph type="body" idx="5"/>
          </p:nvPr>
        </p:nvSpPr>
        <p:spPr>
          <a:xfrm>
            <a:off x="3580631" y="3950371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7" name="Google Shape;2167;p209"/>
          <p:cNvSpPr txBox="1">
            <a:spLocks noGrp="1"/>
          </p:cNvSpPr>
          <p:nvPr>
            <p:ph type="body" idx="6"/>
          </p:nvPr>
        </p:nvSpPr>
        <p:spPr>
          <a:xfrm>
            <a:off x="3580630" y="4736672"/>
            <a:ext cx="32613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8" name="Google Shape;2168;p209"/>
          <p:cNvSpPr txBox="1">
            <a:spLocks noGrp="1"/>
          </p:cNvSpPr>
          <p:nvPr>
            <p:ph type="body" idx="7"/>
          </p:nvPr>
        </p:nvSpPr>
        <p:spPr>
          <a:xfrm>
            <a:off x="3580630" y="522157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9" name="Google Shape;2169;p209"/>
          <p:cNvSpPr txBox="1">
            <a:spLocks noGrp="1"/>
          </p:cNvSpPr>
          <p:nvPr>
            <p:ph type="body" idx="8"/>
          </p:nvPr>
        </p:nvSpPr>
        <p:spPr>
          <a:xfrm>
            <a:off x="8011121" y="1942710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0" name="Google Shape;2170;p209"/>
          <p:cNvSpPr txBox="1">
            <a:spLocks noGrp="1"/>
          </p:cNvSpPr>
          <p:nvPr>
            <p:ph type="body" idx="9"/>
          </p:nvPr>
        </p:nvSpPr>
        <p:spPr>
          <a:xfrm>
            <a:off x="8011122" y="2454431"/>
            <a:ext cx="3242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1" name="Google Shape;2171;p209"/>
          <p:cNvSpPr txBox="1">
            <a:spLocks noGrp="1"/>
          </p:cNvSpPr>
          <p:nvPr>
            <p:ph type="body" idx="13"/>
          </p:nvPr>
        </p:nvSpPr>
        <p:spPr>
          <a:xfrm>
            <a:off x="8011121" y="3345736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2" name="Google Shape;2172;p209"/>
          <p:cNvSpPr txBox="1">
            <a:spLocks noGrp="1"/>
          </p:cNvSpPr>
          <p:nvPr>
            <p:ph type="body" idx="14"/>
          </p:nvPr>
        </p:nvSpPr>
        <p:spPr>
          <a:xfrm>
            <a:off x="8011122" y="3950370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3" name="Google Shape;2173;p209"/>
          <p:cNvSpPr txBox="1">
            <a:spLocks noGrp="1"/>
          </p:cNvSpPr>
          <p:nvPr>
            <p:ph type="body" idx="15"/>
          </p:nvPr>
        </p:nvSpPr>
        <p:spPr>
          <a:xfrm>
            <a:off x="8011121" y="4728892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4" name="Google Shape;2174;p209"/>
          <p:cNvSpPr txBox="1">
            <a:spLocks noGrp="1"/>
          </p:cNvSpPr>
          <p:nvPr>
            <p:ph type="body" idx="16"/>
          </p:nvPr>
        </p:nvSpPr>
        <p:spPr>
          <a:xfrm>
            <a:off x="8011122" y="5222647"/>
            <a:ext cx="32421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5" name="Google Shape;2175;p20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p209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8" name="Google Shape;2178;p2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9" name="Google Shape;2179;p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0" name="Google Shape;2180;p210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1" name="Google Shape;2181;p210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2" name="Google Shape;2182;p210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83" name="Google Shape;2183;p2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2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6" name="Google Shape;2186;p2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7" name="Google Shape;2187;p2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8" name="Google Shape;2188;p211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211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90" name="Google Shape;2190;p2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1" name="Google Shape;2191;p2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3" name="Google Shape;2193;p2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21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212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96" name="Google Shape;2196;p212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8" name="Google Shape;2198;p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9" name="Google Shape;2199;p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0" name="Google Shape;2200;p21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1" name="Google Shape;2201;p21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2" name="Google Shape;2202;p21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3" name="Google Shape;2203;p21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213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6" name="Google Shape;2206;p2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07" name="Google Shape;2207;p21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2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2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2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1" name="Google Shape;2211;p2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2" name="Google Shape;2212;p21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3" name="Google Shape;2213;p21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2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5" name="Google Shape;2215;p2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6" name="Google Shape;2216;p21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2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9" name="Google Shape;2219;p2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0" name="Google Shape;2220;p21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21" name="Google Shape;2221;p2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2" name="Google Shape;2222;p2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3" name="Google Shape;2223;p2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4" name="Google Shape;2224;p2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5" name="Google Shape;2225;p2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6" name="Google Shape;2226;p2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215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9" name="Google Shape;2229;p2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30" name="Google Shape;2230;p2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1" name="Google Shape;2231;p2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2" name="Google Shape;2232;p2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3" name="Google Shape;2233;p2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4" name="Google Shape;2234;p2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5" name="Google Shape;2235;p2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2">
  <p:cSld name="3_Atividade_seminario2">
    <p:spTree>
      <p:nvGrpSpPr>
        <p:cNvPr id="1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7" name="Google Shape;2237;p2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8" name="Google Shape;2238;p2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9" name="Google Shape;2239;p217"/>
          <p:cNvSpPr txBox="1">
            <a:spLocks noGrp="1"/>
          </p:cNvSpPr>
          <p:nvPr>
            <p:ph type="body" idx="1"/>
          </p:nvPr>
        </p:nvSpPr>
        <p:spPr>
          <a:xfrm>
            <a:off x="5327897" y="131009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0" name="Google Shape;2240;p217"/>
          <p:cNvSpPr txBox="1">
            <a:spLocks noGrp="1"/>
          </p:cNvSpPr>
          <p:nvPr>
            <p:ph type="body" idx="2"/>
          </p:nvPr>
        </p:nvSpPr>
        <p:spPr>
          <a:xfrm>
            <a:off x="5327897" y="271436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1" name="Google Shape;2241;p217"/>
          <p:cNvSpPr txBox="1">
            <a:spLocks noGrp="1"/>
          </p:cNvSpPr>
          <p:nvPr>
            <p:ph type="body" idx="3"/>
          </p:nvPr>
        </p:nvSpPr>
        <p:spPr>
          <a:xfrm>
            <a:off x="5327897" y="415273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2" name="Google Shape;2242;p217"/>
          <p:cNvSpPr txBox="1">
            <a:spLocks noGrp="1"/>
          </p:cNvSpPr>
          <p:nvPr>
            <p:ph type="body" idx="4"/>
          </p:nvPr>
        </p:nvSpPr>
        <p:spPr>
          <a:xfrm>
            <a:off x="5327897" y="555700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3" name="Google Shape;2243;p217"/>
          <p:cNvSpPr txBox="1">
            <a:spLocks noGrp="1"/>
          </p:cNvSpPr>
          <p:nvPr>
            <p:ph type="body" idx="5"/>
          </p:nvPr>
        </p:nvSpPr>
        <p:spPr>
          <a:xfrm>
            <a:off x="526578" y="3658093"/>
            <a:ext cx="2403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4" name="Google Shape;2244;p217"/>
          <p:cNvSpPr txBox="1">
            <a:spLocks noGrp="1"/>
          </p:cNvSpPr>
          <p:nvPr>
            <p:ph type="body" idx="6"/>
          </p:nvPr>
        </p:nvSpPr>
        <p:spPr>
          <a:xfrm>
            <a:off x="854491" y="4775003"/>
            <a:ext cx="173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5" name="Google Shape;2245;p217"/>
          <p:cNvSpPr txBox="1">
            <a:spLocks noGrp="1"/>
          </p:cNvSpPr>
          <p:nvPr>
            <p:ph type="body" idx="7"/>
          </p:nvPr>
        </p:nvSpPr>
        <p:spPr>
          <a:xfrm>
            <a:off x="882213" y="5217603"/>
            <a:ext cx="1705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6" name="Google Shape;2246;p21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7" name="Google Shape;2247;p21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477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9" name="Google Shape;2249;p218"/>
          <p:cNvCxnSpPr/>
          <p:nvPr/>
        </p:nvCxnSpPr>
        <p:spPr>
          <a:xfrm>
            <a:off x="4826925" y="514807"/>
            <a:ext cx="0" cy="634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2250" name="Google Shape;2250;p218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p218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218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3" name="Google Shape;2253;p218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4" name="Google Shape;2254;p218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5" name="Google Shape;2255;p218"/>
          <p:cNvSpPr/>
          <p:nvPr/>
        </p:nvSpPr>
        <p:spPr>
          <a:xfrm>
            <a:off x="4526924" y="710099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218"/>
          <p:cNvSpPr/>
          <p:nvPr/>
        </p:nvSpPr>
        <p:spPr>
          <a:xfrm>
            <a:off x="4526925" y="2089345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218"/>
          <p:cNvSpPr/>
          <p:nvPr/>
        </p:nvSpPr>
        <p:spPr>
          <a:xfrm>
            <a:off x="4526925" y="3556316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218"/>
          <p:cNvSpPr/>
          <p:nvPr/>
        </p:nvSpPr>
        <p:spPr>
          <a:xfrm>
            <a:off x="4526925" y="5023287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21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0" name="Google Shape;2260;p21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219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3" name="Google Shape;2263;p219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4" name="Google Shape;2264;p219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5" name="Google Shape;2265;p219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6" name="Google Shape;2266;p219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p219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8" name="Google Shape;2268;p219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69" name="Google Shape;2269;p219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0" name="Google Shape;2270;p219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1" name="Google Shape;2271;p219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2" name="Google Shape;2272;p219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3" name="Google Shape;2273;p219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4" name="Google Shape;2274;p219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5" name="Google Shape;2275;p219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6" name="Google Shape;2276;p219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7" name="Google Shape;2277;p219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8" name="Google Shape;2278;p219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9" name="Google Shape;2279;p21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21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p220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3" name="Google Shape;2283;p220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4" name="Google Shape;2284;p220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5" name="Google Shape;2285;p220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220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7" name="Google Shape;2287;p220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8" name="Google Shape;2288;p220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9" name="Google Shape;2289;p220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0" name="Google Shape;2290;p220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1" name="Google Shape;2291;p22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220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3" name="Google Shape;2293;p2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2294" name="Google Shape;2294;p220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5" name="Google Shape;2295;p220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2296" name="Google Shape;2296;p22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22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9" name="Google Shape;2299;p2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0" name="Google Shape;2300;p221"/>
          <p:cNvSpPr/>
          <p:nvPr/>
        </p:nvSpPr>
        <p:spPr>
          <a:xfrm>
            <a:off x="3426936" y="0"/>
            <a:ext cx="8781600" cy="685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221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2" name="Google Shape;2302;p221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3" name="Google Shape;2303;p221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4" name="Google Shape;2304;p221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305" name="Google Shape;2305;p221"/>
          <p:cNvSpPr txBox="1"/>
          <p:nvPr/>
        </p:nvSpPr>
        <p:spPr>
          <a:xfrm>
            <a:off x="2830286" y="-402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6" name="Google Shape;2306;p221"/>
          <p:cNvSpPr txBox="1"/>
          <p:nvPr/>
        </p:nvSpPr>
        <p:spPr>
          <a:xfrm>
            <a:off x="5116286" y="-69668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221"/>
          <p:cNvSpPr txBox="1"/>
          <p:nvPr/>
        </p:nvSpPr>
        <p:spPr>
          <a:xfrm>
            <a:off x="4996543" y="-7075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221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09" name="Google Shape;2309;p221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0" name="Google Shape;2310;p221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1" name="Google Shape;2311;p221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2" name="Google Shape;2312;p221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3" name="Google Shape;2313;p221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4" name="Google Shape;2314;p221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5" name="Google Shape;2315;p221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6" name="Google Shape;2316;p221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7" name="Google Shape;2317;p221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8" name="Google Shape;2318;p22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p22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1" name="Google Shape;2321;p2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2" name="Google Shape;2322;p2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3" name="Google Shape;2323;p222"/>
          <p:cNvSpPr txBox="1">
            <a:spLocks noGrp="1"/>
          </p:cNvSpPr>
          <p:nvPr>
            <p:ph type="body" idx="1"/>
          </p:nvPr>
        </p:nvSpPr>
        <p:spPr>
          <a:xfrm>
            <a:off x="2832100" y="1670050"/>
            <a:ext cx="8988300" cy="22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4" name="Google Shape;2324;p222"/>
          <p:cNvSpPr txBox="1">
            <a:spLocks noGrp="1"/>
          </p:cNvSpPr>
          <p:nvPr>
            <p:ph type="body" idx="2"/>
          </p:nvPr>
        </p:nvSpPr>
        <p:spPr>
          <a:xfrm>
            <a:off x="4282082" y="5119381"/>
            <a:ext cx="7538400" cy="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5" name="Google Shape;2325;p2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6" name="Google Shape;2326;p2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5">
    <p:spTree>
      <p:nvGrpSpPr>
        <p:cNvPr id="1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8" name="Google Shape;2328;p2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9" name="Google Shape;2329;p2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0" name="Google Shape;2330;p223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1" name="Google Shape;2331;p223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2" name="Google Shape;2332;p223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33" name="Google Shape;2333;p22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22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6"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6" name="Google Shape;2336;p2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7" name="Google Shape;2337;p2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8" name="Google Shape;2338;p224"/>
          <p:cNvSpPr txBox="1">
            <a:spLocks noGrp="1"/>
          </p:cNvSpPr>
          <p:nvPr>
            <p:ph type="body" idx="1"/>
          </p:nvPr>
        </p:nvSpPr>
        <p:spPr>
          <a:xfrm>
            <a:off x="2887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9" name="Google Shape;2339;p224"/>
          <p:cNvSpPr txBox="1">
            <a:spLocks noGrp="1"/>
          </p:cNvSpPr>
          <p:nvPr>
            <p:ph type="body" idx="2"/>
          </p:nvPr>
        </p:nvSpPr>
        <p:spPr>
          <a:xfrm>
            <a:off x="7459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0" name="Google Shape;2340;p22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1" name="Google Shape;2341;p22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7">
    <p:spTree>
      <p:nvGrpSpPr>
        <p:cNvPr id="1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3" name="Google Shape;2343;p2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4" name="Google Shape;2344;p2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5" name="Google Shape;2345;p225"/>
          <p:cNvSpPr>
            <a:spLocks noGrp="1"/>
          </p:cNvSpPr>
          <p:nvPr>
            <p:ph type="pic" idx="2"/>
          </p:nvPr>
        </p:nvSpPr>
        <p:spPr>
          <a:xfrm>
            <a:off x="2805141" y="809469"/>
            <a:ext cx="9004500" cy="49176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346" name="Google Shape;2346;p225"/>
          <p:cNvSpPr txBox="1">
            <a:spLocks noGrp="1"/>
          </p:cNvSpPr>
          <p:nvPr>
            <p:ph type="body" idx="1"/>
          </p:nvPr>
        </p:nvSpPr>
        <p:spPr>
          <a:xfrm>
            <a:off x="2805142" y="5849999"/>
            <a:ext cx="90048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7" name="Google Shape;2347;p22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8" name="Google Shape;2348;p22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2"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0" name="Google Shape;2350;p2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1" name="Google Shape;2351;p2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52" name="Google Shape;2352;p226"/>
          <p:cNvSpPr txBox="1">
            <a:spLocks noGrp="1"/>
          </p:cNvSpPr>
          <p:nvPr>
            <p:ph type="body" idx="1"/>
          </p:nvPr>
        </p:nvSpPr>
        <p:spPr>
          <a:xfrm>
            <a:off x="3799868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3" name="Google Shape;2353;p226"/>
          <p:cNvSpPr txBox="1">
            <a:spLocks noGrp="1"/>
          </p:cNvSpPr>
          <p:nvPr>
            <p:ph type="body" idx="2"/>
          </p:nvPr>
        </p:nvSpPr>
        <p:spPr>
          <a:xfrm>
            <a:off x="3799868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4" name="Google Shape;2354;p226"/>
          <p:cNvSpPr txBox="1">
            <a:spLocks noGrp="1"/>
          </p:cNvSpPr>
          <p:nvPr>
            <p:ph type="body" idx="3"/>
          </p:nvPr>
        </p:nvSpPr>
        <p:spPr>
          <a:xfrm>
            <a:off x="3799868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5" name="Google Shape;2355;p226"/>
          <p:cNvSpPr txBox="1">
            <a:spLocks noGrp="1"/>
          </p:cNvSpPr>
          <p:nvPr>
            <p:ph type="body" idx="4"/>
          </p:nvPr>
        </p:nvSpPr>
        <p:spPr>
          <a:xfrm>
            <a:off x="7828529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6" name="Google Shape;2356;p226"/>
          <p:cNvSpPr txBox="1">
            <a:spLocks noGrp="1"/>
          </p:cNvSpPr>
          <p:nvPr>
            <p:ph type="body" idx="5"/>
          </p:nvPr>
        </p:nvSpPr>
        <p:spPr>
          <a:xfrm>
            <a:off x="7828529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7" name="Google Shape;2357;p226"/>
          <p:cNvSpPr txBox="1">
            <a:spLocks noGrp="1"/>
          </p:cNvSpPr>
          <p:nvPr>
            <p:ph type="body" idx="6"/>
          </p:nvPr>
        </p:nvSpPr>
        <p:spPr>
          <a:xfrm>
            <a:off x="7828529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8" name="Google Shape;2358;p22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22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1" name="Google Shape;2361;p2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2" name="Google Shape;2362;p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3" name="Google Shape;2363;p2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4" name="Google Shape;2364;p2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5" name="Google Shape;2365;p2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6" name="Google Shape;2366;p2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7" name="Google Shape;2367;p2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8" name="Google Shape;2368;p2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9" name="Google Shape;2369;p2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0" name="Google Shape;2370;p22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1" name="Google Shape;2371;p22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3" name="Google Shape;2373;p2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4" name="Google Shape;2374;p2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5" name="Google Shape;2375;p228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6" name="Google Shape;2376;p228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7" name="Google Shape;2377;p228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8" name="Google Shape;2378;p228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9" name="Google Shape;2379;p228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0" name="Google Shape;2380;p228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1" name="Google Shape;2381;p228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2" name="Google Shape;2382;p22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3" name="Google Shape;2383;p22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5" name="Google Shape;2385;p2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6" name="Google Shape;2386;p2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7" name="Google Shape;2387;p22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8" name="Google Shape;2388;p229"/>
          <p:cNvSpPr txBox="1">
            <a:spLocks noGrp="1"/>
          </p:cNvSpPr>
          <p:nvPr>
            <p:ph type="body" idx="1"/>
          </p:nvPr>
        </p:nvSpPr>
        <p:spPr>
          <a:xfrm>
            <a:off x="3243943" y="3429000"/>
            <a:ext cx="7710900" cy="24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9" name="Google Shape;2389;p229"/>
          <p:cNvSpPr txBox="1">
            <a:spLocks noGrp="1"/>
          </p:cNvSpPr>
          <p:nvPr>
            <p:ph type="body" idx="2"/>
          </p:nvPr>
        </p:nvSpPr>
        <p:spPr>
          <a:xfrm>
            <a:off x="3243943" y="1027011"/>
            <a:ext cx="7710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0" name="Google Shape;2390;p229"/>
          <p:cNvSpPr txBox="1">
            <a:spLocks noGrp="1"/>
          </p:cNvSpPr>
          <p:nvPr>
            <p:ph type="body" idx="3"/>
          </p:nvPr>
        </p:nvSpPr>
        <p:spPr>
          <a:xfrm>
            <a:off x="4226076" y="1962047"/>
            <a:ext cx="64878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1" name="Google Shape;2391;p229"/>
          <p:cNvSpPr txBox="1">
            <a:spLocks noGrp="1"/>
          </p:cNvSpPr>
          <p:nvPr>
            <p:ph type="body" idx="4"/>
          </p:nvPr>
        </p:nvSpPr>
        <p:spPr>
          <a:xfrm>
            <a:off x="4247847" y="2910228"/>
            <a:ext cx="47445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2" name="Google Shape;2392;p22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3" name="Google Shape;2393;p22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5" name="Google Shape;2395;p2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396" name="Google Shape;2396;p230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97" name="Google Shape;2397;p23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8" name="Google Shape;2398;p23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5">
    <p:spTree>
      <p:nvGrpSpPr>
        <p:cNvPr id="1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0" name="Google Shape;2400;p2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1" name="Google Shape;2401;p2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2" name="Google Shape;2402;p23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3" name="Google Shape;2403;p23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4" name="Google Shape;2404;p23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5" name="Google Shape;2405;p23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23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8" name="Google Shape;2408;p2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09" name="Google Shape;2409;p23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p23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23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2" name="Google Shape;2412;p23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3" name="Google Shape;2413;p23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4" name="Google Shape;2414;p23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23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6" name="Google Shape;2416;p23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7" name="Google Shape;2417;p232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8" name="Google Shape;2418;p232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9" name="Google Shape;2419;p23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0" name="Google Shape;2420;p232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1">
    <p:bg>
      <p:bgPr>
        <a:solidFill>
          <a:srgbClr val="28566E"/>
        </a:solidFill>
        <a:effectLst/>
      </p:bgPr>
    </p:bg>
    <p:spTree>
      <p:nvGrpSpPr>
        <p:cNvPr id="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2" name="Google Shape;2422;p2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3" name="Google Shape;2423;p233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24" name="Google Shape;2424;p23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5" name="Google Shape;2425;p23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6" name="Google Shape;2426;p23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7" name="Google Shape;2427;p23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8" name="Google Shape;2428;p23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9" name="Google Shape;2429;p23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23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2" name="Google Shape;2432;p2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207" y="4956"/>
            <a:ext cx="268223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33" name="Google Shape;2433;p234"/>
          <p:cNvSpPr>
            <a:spLocks noGrp="1"/>
          </p:cNvSpPr>
          <p:nvPr>
            <p:ph type="pic" idx="2"/>
          </p:nvPr>
        </p:nvSpPr>
        <p:spPr>
          <a:xfrm>
            <a:off x="3028950" y="1507375"/>
            <a:ext cx="8791200" cy="4688400"/>
          </a:xfrm>
          <a:prstGeom prst="rect">
            <a:avLst/>
          </a:prstGeom>
          <a:noFill/>
          <a:ln>
            <a:noFill/>
          </a:ln>
        </p:spPr>
      </p:sp>
      <p:sp>
        <p:nvSpPr>
          <p:cNvPr id="2434" name="Google Shape;2434;p234"/>
          <p:cNvSpPr txBox="1">
            <a:spLocks noGrp="1"/>
          </p:cNvSpPr>
          <p:nvPr>
            <p:ph type="body" idx="1"/>
          </p:nvPr>
        </p:nvSpPr>
        <p:spPr>
          <a:xfrm>
            <a:off x="3028950" y="342452"/>
            <a:ext cx="87912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5" name="Google Shape;2435;p23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p234"/>
          <p:cNvSpPr txBox="1">
            <a:spLocks noGrp="1"/>
          </p:cNvSpPr>
          <p:nvPr>
            <p:ph type="body" idx="3"/>
          </p:nvPr>
        </p:nvSpPr>
        <p:spPr>
          <a:xfrm>
            <a:off x="3028951" y="6285262"/>
            <a:ext cx="8791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7" name="Google Shape;2437;p234"/>
          <p:cNvSpPr txBox="1"/>
          <p:nvPr/>
        </p:nvSpPr>
        <p:spPr>
          <a:xfrm>
            <a:off x="2553629" y="-32338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8" name="Google Shape;2438;p23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9" name="Google Shape;2439;p23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p235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2" name="Google Shape;2442;p23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3" name="Google Shape;2443;p23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4" name="Google Shape;2444;p23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6" name="Google Shape;2446;p2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7" name="Google Shape;2447;p236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8" name="Google Shape;2448;p236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9" name="Google Shape;2449;p236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0" name="Google Shape;2450;p236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1" name="Google Shape;2451;p236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3" name="Google Shape;2453;p2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54" name="Google Shape;2454;p237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5" name="Google Shape;2455;p237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6" name="Google Shape;2456;p23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" name="Google Shape;2458;p2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9" name="Google Shape;2459;p23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60" name="Google Shape;2460;p23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61" name="Google Shape;2461;p23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2" name="Google Shape;2462;p23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3" name="Google Shape;2463;p23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4" name="Google Shape;2464;p23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5" name="Google Shape;2465;p23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6" name="Google Shape;2466;p23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p23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23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9" name="Google Shape;2469;p23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1" name="Google Shape;2471;p2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472" name="Google Shape;2472;p23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3" name="Google Shape;2473;p23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4" name="Google Shape;2474;p23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6" name="Google Shape;2476;p2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7" name="Google Shape;2477;p2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78" name="Google Shape;2478;p24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9" name="Google Shape;2479;p24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1" name="Google Shape;2481;p2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2" name="Google Shape;2482;p24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2483" name="Google Shape;2483;p24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p24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24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6" name="Google Shape;2486;p24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7" name="Google Shape;2487;p24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24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 2">
    <p:spTree>
      <p:nvGrpSpPr>
        <p:cNvPr id="1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p2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 2">
    <p:spTree>
      <p:nvGrpSpPr>
        <p:cNvPr id="1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4" name="Google Shape;2494;p2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5" name="Google Shape;2495;p24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6" name="Google Shape;2496;p24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24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8" name="Google Shape;2498;p24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499" name="Google Shape;2499;p24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00" name="Google Shape;2500;p24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1" name="Google Shape;2501;p24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2" name="Google Shape;2502;p24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3" name="Google Shape;2503;p24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4" name="Google Shape;2504;p24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5" name="Google Shape;2505;p24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6" name="Google Shape;2506;p24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7" name="Google Shape;2507;p24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8" name="Google Shape;2508;p24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9" name="Google Shape;2509;p24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0" name="Google Shape;2510;p24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2" name="Google Shape;2512;p246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3" name="Google Shape;2513;p246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4" name="Google Shape;2514;p246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15" name="Google Shape;2515;p246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6" name="Google Shape;2516;p246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7" name="Google Shape;2517;p246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8" name="Google Shape;2518;p246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9" name="Google Shape;2519;p246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1" name="Google Shape;2521;p2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2" name="Google Shape;2522;p2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3" name="Google Shape;2523;p24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4" name="Google Shape;2524;p24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5" name="Google Shape;2525;p24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6" name="Google Shape;2526;p24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7" name="Google Shape;2527;p24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8" name="Google Shape;2528;p24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9" name="Google Shape;2529;p24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0" name="Google Shape;2530;p24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3">
    <p:spTree>
      <p:nvGrpSpPr>
        <p:cNvPr id="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2" name="Google Shape;2532;p2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3" name="Google Shape;2533;p24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4" name="Google Shape;2534;p2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535" name="Google Shape;2535;p248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6" name="Google Shape;2536;p248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7" name="Google Shape;2537;p248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8" name="Google Shape;2538;p248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9" name="Google Shape;2539;p248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0" name="Google Shape;2540;p248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1" name="Google Shape;2541;p248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3" name="Google Shape;2543;p2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4" name="Google Shape;2544;p24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45" name="Google Shape;2545;p249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546" name="Google Shape;2546;p249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47" name="Google Shape;2547;p249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249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249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1" name="Google Shape;2551;p2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2" name="Google Shape;2552;p2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3" name="Google Shape;2553;p250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54" name="Google Shape;2554;p250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5" name="Google Shape;2555;p250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6" name="Google Shape;2556;p250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7" name="Google Shape;2557;p25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8" name="Google Shape;2558;p25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" name="Google Shape;2560;p2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1" name="Google Shape;2561;p2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2" name="Google Shape;2562;p251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63" name="Google Shape;2563;p251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4" name="Google Shape;2564;p251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5" name="Google Shape;2565;p251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6" name="Google Shape;2566;p25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7" name="Google Shape;2567;p25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9" name="Google Shape;2569;p2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0" name="Google Shape;2570;p2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1" name="Google Shape;2571;p252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72" name="Google Shape;2572;p252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3" name="Google Shape;2573;p252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4" name="Google Shape;2574;p252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5" name="Google Shape;2575;p252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76" name="Google Shape;2576;p252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7" name="Google Shape;2577;p252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8" name="Google Shape;2578;p252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9" name="Google Shape;2579;p252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80" name="Google Shape;2580;p25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1" name="Google Shape;2581;p25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2" name="Google Shape;2582;p252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4" name="Google Shape;2584;p2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5" name="Google Shape;2585;p2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6" name="Google Shape;2586;p253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87" name="Google Shape;2587;p253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8" name="Google Shape;2588;p253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9" name="Google Shape;2589;p253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90" name="Google Shape;2590;p253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91" name="Google Shape;2591;p253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2" name="Google Shape;2592;p253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3" name="Google Shape;2593;p253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4" name="Google Shape;2594;p253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5" name="Google Shape;2595;p253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6" name="Google Shape;2596;p25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7" name="Google Shape;2597;p25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2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9" name="Google Shape;2599;p2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0" name="Google Shape;2600;p2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1" name="Google Shape;2601;p254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02" name="Google Shape;2602;p254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3" name="Google Shape;2603;p254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4" name="Google Shape;2604;p254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5" name="Google Shape;2605;p254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06" name="Google Shape;2606;p254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7" name="Google Shape;2607;p254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8" name="Google Shape;2608;p254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9" name="Google Shape;2609;p254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10" name="Google Shape;2610;p254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11" name="Google Shape;2611;p25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2" name="Google Shape;2612;p25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4" name="Google Shape;2614;p2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5" name="Google Shape;2615;p2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6" name="Google Shape;2616;p255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17" name="Google Shape;2617;p255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8" name="Google Shape;2618;p255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9" name="Google Shape;2619;p255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20" name="Google Shape;2620;p255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1" name="Google Shape;2621;p255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2" name="Google Shape;2622;p255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3" name="Google Shape;2623;p255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4" name="Google Shape;2624;p255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5" name="Google Shape;2625;p255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6" name="Google Shape;2626;p255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27" name="Google Shape;2627;p255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8" name="Google Shape;2628;p25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9" name="Google Shape;2629;p25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1" name="Google Shape;2631;p2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2" name="Google Shape;2632;p2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3" name="Google Shape;2633;p256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34" name="Google Shape;2634;p256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5" name="Google Shape;2635;p256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6" name="Google Shape;2636;p256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7" name="Google Shape;2637;p256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38" name="Google Shape;2638;p256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39" name="Google Shape;2639;p256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0" name="Google Shape;2640;p256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1" name="Google Shape;2641;p256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2" name="Google Shape;2642;p256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43" name="Google Shape;2643;p256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44" name="Google Shape;2644;p256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45" name="Google Shape;2645;p25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6" name="Google Shape;2646;p25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8" name="Google Shape;2648;p2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9" name="Google Shape;2649;p2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0" name="Google Shape;2650;p257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51" name="Google Shape;2651;p257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2" name="Google Shape;2652;p257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3" name="Google Shape;2653;p257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4" name="Google Shape;2654;p257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55" name="Google Shape;2655;p257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6" name="Google Shape;2656;p257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7" name="Google Shape;2657;p257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8" name="Google Shape;2658;p257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9" name="Google Shape;2659;p257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0" name="Google Shape;2660;p257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61" name="Google Shape;2661;p257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62" name="Google Shape;2662;p25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3" name="Google Shape;2663;p25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5" name="Google Shape;2665;p2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6" name="Google Shape;2666;p2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67" name="Google Shape;2667;p258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8" name="Google Shape;2668;p258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9" name="Google Shape;2669;p258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0" name="Google Shape;2670;p258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2671" name="Google Shape;2671;p25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2672" name="Google Shape;2672;p25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3" name="Google Shape;2673;p258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4" name="Google Shape;2674;p258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5" name="Google Shape;2675;p258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6" name="Google Shape;2676;p258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7" name="Google Shape;2677;p258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8" name="Google Shape;2678;p258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9" name="Google Shape;2679;p258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80" name="Google Shape;2680;p25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1" name="Google Shape;2681;p25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3">
    <p:spTree>
      <p:nvGrpSpPr>
        <p:cNvPr id="1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3" name="Google Shape;2683;p2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4" name="Google Shape;2684;p2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85" name="Google Shape;2685;p25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6" name="Google Shape;2686;p25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25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8">
    <p:spTree>
      <p:nvGrpSpPr>
        <p:cNvPr id="1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9" name="Google Shape;2689;p2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0" name="Google Shape;2690;p2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1" name="Google Shape;2691;p260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92" name="Google Shape;2692;p260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3" name="Google Shape;2693;p260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4" name="Google Shape;2694;p26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5" name="Google Shape;2695;p26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2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Google Shape;2697;p261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8" name="Google Shape;2698;p261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99" name="Google Shape;2699;p261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5">
    <p:spTree>
      <p:nvGrpSpPr>
        <p:cNvPr id="1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p26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 2">
    <p:bg>
      <p:bgPr>
        <a:solidFill>
          <a:schemeClr val="lt1"/>
        </a:solidFill>
        <a:effectLst/>
      </p:bgPr>
    </p:bg>
    <p:spTree>
      <p:nvGrpSpPr>
        <p:cNvPr id="1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3" name="Google Shape;2703;p2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4" name="Google Shape;2704;p2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5" name="Google Shape;2705;p263"/>
          <p:cNvSpPr txBox="1">
            <a:spLocks noGrp="1"/>
          </p:cNvSpPr>
          <p:nvPr>
            <p:ph type="body" idx="1"/>
          </p:nvPr>
        </p:nvSpPr>
        <p:spPr>
          <a:xfrm>
            <a:off x="3104707" y="1664759"/>
            <a:ext cx="8240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706" name="Google Shape;2706;p263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707" name="Google Shape;2707;p263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08" name="Google Shape;2708;p263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9" name="Google Shape;2709;p26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26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92.xml"/><Relationship Id="rId42" Type="http://schemas.openxmlformats.org/officeDocument/2006/relationships/slideLayout" Target="../slideLayouts/slideLayout100.xml"/><Relationship Id="rId47" Type="http://schemas.openxmlformats.org/officeDocument/2006/relationships/slideLayout" Target="../slideLayouts/slideLayout105.xml"/><Relationship Id="rId50" Type="http://schemas.openxmlformats.org/officeDocument/2006/relationships/slideLayout" Target="../slideLayouts/slideLayout108.xml"/><Relationship Id="rId55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90.xml"/><Relationship Id="rId37" Type="http://schemas.openxmlformats.org/officeDocument/2006/relationships/slideLayout" Target="../slideLayouts/slideLayout95.xml"/><Relationship Id="rId40" Type="http://schemas.openxmlformats.org/officeDocument/2006/relationships/slideLayout" Target="../slideLayouts/slideLayout98.xml"/><Relationship Id="rId45" Type="http://schemas.openxmlformats.org/officeDocument/2006/relationships/slideLayout" Target="../slideLayouts/slideLayout103.xml"/><Relationship Id="rId53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7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5.xml"/><Relationship Id="rId30" Type="http://schemas.openxmlformats.org/officeDocument/2006/relationships/slideLayout" Target="../slideLayouts/slideLayout88.xml"/><Relationship Id="rId35" Type="http://schemas.openxmlformats.org/officeDocument/2006/relationships/slideLayout" Target="../slideLayouts/slideLayout93.xml"/><Relationship Id="rId43" Type="http://schemas.openxmlformats.org/officeDocument/2006/relationships/slideLayout" Target="../slideLayouts/slideLayout101.xml"/><Relationship Id="rId48" Type="http://schemas.openxmlformats.org/officeDocument/2006/relationships/slideLayout" Target="../slideLayouts/slideLayout106.xml"/><Relationship Id="rId56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66.xml"/><Relationship Id="rId51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91.xml"/><Relationship Id="rId38" Type="http://schemas.openxmlformats.org/officeDocument/2006/relationships/slideLayout" Target="../slideLayouts/slideLayout96.xml"/><Relationship Id="rId46" Type="http://schemas.openxmlformats.org/officeDocument/2006/relationships/slideLayout" Target="../slideLayouts/slideLayout104.xml"/><Relationship Id="rId20" Type="http://schemas.openxmlformats.org/officeDocument/2006/relationships/slideLayout" Target="../slideLayouts/slideLayout78.xml"/><Relationship Id="rId41" Type="http://schemas.openxmlformats.org/officeDocument/2006/relationships/slideLayout" Target="../slideLayouts/slideLayout99.xml"/><Relationship Id="rId54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94.xml"/><Relationship Id="rId49" Type="http://schemas.openxmlformats.org/officeDocument/2006/relationships/slideLayout" Target="../slideLayouts/slideLayout107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9.xml"/><Relationship Id="rId44" Type="http://schemas.openxmlformats.org/officeDocument/2006/relationships/slideLayout" Target="../slideLayouts/slideLayout102.xml"/><Relationship Id="rId52" Type="http://schemas.openxmlformats.org/officeDocument/2006/relationships/slideLayout" Target="../slideLayouts/slideLayout110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40.xml"/><Relationship Id="rId21" Type="http://schemas.openxmlformats.org/officeDocument/2006/relationships/slideLayout" Target="../slideLayouts/slideLayout135.xml"/><Relationship Id="rId42" Type="http://schemas.openxmlformats.org/officeDocument/2006/relationships/slideLayout" Target="../slideLayouts/slideLayout156.xml"/><Relationship Id="rId47" Type="http://schemas.openxmlformats.org/officeDocument/2006/relationships/slideLayout" Target="../slideLayouts/slideLayout161.xml"/><Relationship Id="rId63" Type="http://schemas.openxmlformats.org/officeDocument/2006/relationships/slideLayout" Target="../slideLayouts/slideLayout177.xml"/><Relationship Id="rId68" Type="http://schemas.openxmlformats.org/officeDocument/2006/relationships/slideLayout" Target="../slideLayouts/slideLayout182.xml"/><Relationship Id="rId84" Type="http://schemas.openxmlformats.org/officeDocument/2006/relationships/theme" Target="../theme/theme3.xml"/><Relationship Id="rId1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25.xml"/><Relationship Id="rId32" Type="http://schemas.openxmlformats.org/officeDocument/2006/relationships/slideLayout" Target="../slideLayouts/slideLayout146.xml"/><Relationship Id="rId37" Type="http://schemas.openxmlformats.org/officeDocument/2006/relationships/slideLayout" Target="../slideLayouts/slideLayout151.xml"/><Relationship Id="rId53" Type="http://schemas.openxmlformats.org/officeDocument/2006/relationships/slideLayout" Target="../slideLayouts/slideLayout167.xml"/><Relationship Id="rId58" Type="http://schemas.openxmlformats.org/officeDocument/2006/relationships/slideLayout" Target="../slideLayouts/slideLayout172.xml"/><Relationship Id="rId74" Type="http://schemas.openxmlformats.org/officeDocument/2006/relationships/slideLayout" Target="../slideLayouts/slideLayout188.xml"/><Relationship Id="rId79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19.xml"/><Relationship Id="rId61" Type="http://schemas.openxmlformats.org/officeDocument/2006/relationships/slideLayout" Target="../slideLayouts/slideLayout175.xml"/><Relationship Id="rId82" Type="http://schemas.openxmlformats.org/officeDocument/2006/relationships/slideLayout" Target="../slideLayouts/slideLayout196.xml"/><Relationship Id="rId19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28.xml"/><Relationship Id="rId22" Type="http://schemas.openxmlformats.org/officeDocument/2006/relationships/slideLayout" Target="../slideLayouts/slideLayout136.xml"/><Relationship Id="rId27" Type="http://schemas.openxmlformats.org/officeDocument/2006/relationships/slideLayout" Target="../slideLayouts/slideLayout141.xml"/><Relationship Id="rId30" Type="http://schemas.openxmlformats.org/officeDocument/2006/relationships/slideLayout" Target="../slideLayouts/slideLayout144.xml"/><Relationship Id="rId35" Type="http://schemas.openxmlformats.org/officeDocument/2006/relationships/slideLayout" Target="../slideLayouts/slideLayout149.xml"/><Relationship Id="rId43" Type="http://schemas.openxmlformats.org/officeDocument/2006/relationships/slideLayout" Target="../slideLayouts/slideLayout157.xml"/><Relationship Id="rId48" Type="http://schemas.openxmlformats.org/officeDocument/2006/relationships/slideLayout" Target="../slideLayouts/slideLayout162.xml"/><Relationship Id="rId56" Type="http://schemas.openxmlformats.org/officeDocument/2006/relationships/slideLayout" Target="../slideLayouts/slideLayout170.xml"/><Relationship Id="rId64" Type="http://schemas.openxmlformats.org/officeDocument/2006/relationships/slideLayout" Target="../slideLayouts/slideLayout178.xml"/><Relationship Id="rId69" Type="http://schemas.openxmlformats.org/officeDocument/2006/relationships/slideLayout" Target="../slideLayouts/slideLayout183.xml"/><Relationship Id="rId77" Type="http://schemas.openxmlformats.org/officeDocument/2006/relationships/slideLayout" Target="../slideLayouts/slideLayout191.xml"/><Relationship Id="rId8" Type="http://schemas.openxmlformats.org/officeDocument/2006/relationships/slideLayout" Target="../slideLayouts/slideLayout122.xml"/><Relationship Id="rId51" Type="http://schemas.openxmlformats.org/officeDocument/2006/relationships/slideLayout" Target="../slideLayouts/slideLayout165.xml"/><Relationship Id="rId72" Type="http://schemas.openxmlformats.org/officeDocument/2006/relationships/slideLayout" Target="../slideLayouts/slideLayout186.xml"/><Relationship Id="rId80" Type="http://schemas.openxmlformats.org/officeDocument/2006/relationships/slideLayout" Target="../slideLayouts/slideLayout194.xml"/><Relationship Id="rId3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26.xml"/><Relationship Id="rId17" Type="http://schemas.openxmlformats.org/officeDocument/2006/relationships/slideLayout" Target="../slideLayouts/slideLayout131.xml"/><Relationship Id="rId25" Type="http://schemas.openxmlformats.org/officeDocument/2006/relationships/slideLayout" Target="../slideLayouts/slideLayout139.xml"/><Relationship Id="rId33" Type="http://schemas.openxmlformats.org/officeDocument/2006/relationships/slideLayout" Target="../slideLayouts/slideLayout147.xml"/><Relationship Id="rId38" Type="http://schemas.openxmlformats.org/officeDocument/2006/relationships/slideLayout" Target="../slideLayouts/slideLayout152.xml"/><Relationship Id="rId46" Type="http://schemas.openxmlformats.org/officeDocument/2006/relationships/slideLayout" Target="../slideLayouts/slideLayout160.xml"/><Relationship Id="rId59" Type="http://schemas.openxmlformats.org/officeDocument/2006/relationships/slideLayout" Target="../slideLayouts/slideLayout173.xml"/><Relationship Id="rId67" Type="http://schemas.openxmlformats.org/officeDocument/2006/relationships/slideLayout" Target="../slideLayouts/slideLayout181.xml"/><Relationship Id="rId20" Type="http://schemas.openxmlformats.org/officeDocument/2006/relationships/slideLayout" Target="../slideLayouts/slideLayout134.xml"/><Relationship Id="rId41" Type="http://schemas.openxmlformats.org/officeDocument/2006/relationships/slideLayout" Target="../slideLayouts/slideLayout155.xml"/><Relationship Id="rId54" Type="http://schemas.openxmlformats.org/officeDocument/2006/relationships/slideLayout" Target="../slideLayouts/slideLayout168.xml"/><Relationship Id="rId62" Type="http://schemas.openxmlformats.org/officeDocument/2006/relationships/slideLayout" Target="../slideLayouts/slideLayout176.xml"/><Relationship Id="rId70" Type="http://schemas.openxmlformats.org/officeDocument/2006/relationships/slideLayout" Target="../slideLayouts/slideLayout184.xml"/><Relationship Id="rId75" Type="http://schemas.openxmlformats.org/officeDocument/2006/relationships/slideLayout" Target="../slideLayouts/slideLayout189.xml"/><Relationship Id="rId83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9.xml"/><Relationship Id="rId23" Type="http://schemas.openxmlformats.org/officeDocument/2006/relationships/slideLayout" Target="../slideLayouts/slideLayout137.xml"/><Relationship Id="rId28" Type="http://schemas.openxmlformats.org/officeDocument/2006/relationships/slideLayout" Target="../slideLayouts/slideLayout142.xml"/><Relationship Id="rId36" Type="http://schemas.openxmlformats.org/officeDocument/2006/relationships/slideLayout" Target="../slideLayouts/slideLayout150.xml"/><Relationship Id="rId49" Type="http://schemas.openxmlformats.org/officeDocument/2006/relationships/slideLayout" Target="../slideLayouts/slideLayout163.xml"/><Relationship Id="rId57" Type="http://schemas.openxmlformats.org/officeDocument/2006/relationships/slideLayout" Target="../slideLayouts/slideLayout171.xml"/><Relationship Id="rId10" Type="http://schemas.openxmlformats.org/officeDocument/2006/relationships/slideLayout" Target="../slideLayouts/slideLayout124.xml"/><Relationship Id="rId31" Type="http://schemas.openxmlformats.org/officeDocument/2006/relationships/slideLayout" Target="../slideLayouts/slideLayout145.xml"/><Relationship Id="rId44" Type="http://schemas.openxmlformats.org/officeDocument/2006/relationships/slideLayout" Target="../slideLayouts/slideLayout158.xml"/><Relationship Id="rId52" Type="http://schemas.openxmlformats.org/officeDocument/2006/relationships/slideLayout" Target="../slideLayouts/slideLayout166.xml"/><Relationship Id="rId60" Type="http://schemas.openxmlformats.org/officeDocument/2006/relationships/slideLayout" Target="../slideLayouts/slideLayout174.xml"/><Relationship Id="rId65" Type="http://schemas.openxmlformats.org/officeDocument/2006/relationships/slideLayout" Target="../slideLayouts/slideLayout179.xml"/><Relationship Id="rId73" Type="http://schemas.openxmlformats.org/officeDocument/2006/relationships/slideLayout" Target="../slideLayouts/slideLayout187.xml"/><Relationship Id="rId78" Type="http://schemas.openxmlformats.org/officeDocument/2006/relationships/slideLayout" Target="../slideLayouts/slideLayout192.xml"/><Relationship Id="rId81" Type="http://schemas.openxmlformats.org/officeDocument/2006/relationships/slideLayout" Target="../slideLayouts/slideLayout195.xml"/><Relationship Id="rId4" Type="http://schemas.openxmlformats.org/officeDocument/2006/relationships/slideLayout" Target="../slideLayouts/slideLayout118.xml"/><Relationship Id="rId9" Type="http://schemas.openxmlformats.org/officeDocument/2006/relationships/slideLayout" Target="../slideLayouts/slideLayout123.xml"/><Relationship Id="rId13" Type="http://schemas.openxmlformats.org/officeDocument/2006/relationships/slideLayout" Target="../slideLayouts/slideLayout127.xml"/><Relationship Id="rId18" Type="http://schemas.openxmlformats.org/officeDocument/2006/relationships/slideLayout" Target="../slideLayouts/slideLayout132.xml"/><Relationship Id="rId39" Type="http://schemas.openxmlformats.org/officeDocument/2006/relationships/slideLayout" Target="../slideLayouts/slideLayout153.xml"/><Relationship Id="rId34" Type="http://schemas.openxmlformats.org/officeDocument/2006/relationships/slideLayout" Target="../slideLayouts/slideLayout148.xml"/><Relationship Id="rId50" Type="http://schemas.openxmlformats.org/officeDocument/2006/relationships/slideLayout" Target="../slideLayouts/slideLayout164.xml"/><Relationship Id="rId55" Type="http://schemas.openxmlformats.org/officeDocument/2006/relationships/slideLayout" Target="../slideLayouts/slideLayout169.xml"/><Relationship Id="rId76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21.xml"/><Relationship Id="rId71" Type="http://schemas.openxmlformats.org/officeDocument/2006/relationships/slideLayout" Target="../slideLayouts/slideLayout185.xml"/><Relationship Id="rId2" Type="http://schemas.openxmlformats.org/officeDocument/2006/relationships/slideLayout" Target="../slideLayouts/slideLayout116.xml"/><Relationship Id="rId29" Type="http://schemas.openxmlformats.org/officeDocument/2006/relationships/slideLayout" Target="../slideLayouts/slideLayout143.xml"/><Relationship Id="rId24" Type="http://schemas.openxmlformats.org/officeDocument/2006/relationships/slideLayout" Target="../slideLayouts/slideLayout138.xml"/><Relationship Id="rId40" Type="http://schemas.openxmlformats.org/officeDocument/2006/relationships/slideLayout" Target="../slideLayouts/slideLayout154.xml"/><Relationship Id="rId45" Type="http://schemas.openxmlformats.org/officeDocument/2006/relationships/slideLayout" Target="../slideLayouts/slideLayout159.xml"/><Relationship Id="rId66" Type="http://schemas.openxmlformats.org/officeDocument/2006/relationships/slideLayout" Target="../slideLayouts/slideLayout1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  <p:sldLayoutId id="2147483758" r:id="rId50"/>
    <p:sldLayoutId id="2147483759" r:id="rId51"/>
    <p:sldLayoutId id="2147483760" r:id="rId52"/>
    <p:sldLayoutId id="2147483761" r:id="rId53"/>
    <p:sldLayoutId id="2147483762" r:id="rId54"/>
    <p:sldLayoutId id="2147483763" r:id="rId55"/>
    <p:sldLayoutId id="2147483764" r:id="rId5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  <p:sldLayoutId id="2147483840" r:id="rId17"/>
    <p:sldLayoutId id="2147483841" r:id="rId18"/>
    <p:sldLayoutId id="2147483842" r:id="rId19"/>
    <p:sldLayoutId id="2147483843" r:id="rId20"/>
    <p:sldLayoutId id="2147483844" r:id="rId21"/>
    <p:sldLayoutId id="2147483845" r:id="rId22"/>
    <p:sldLayoutId id="2147483846" r:id="rId23"/>
    <p:sldLayoutId id="2147483847" r:id="rId24"/>
    <p:sldLayoutId id="2147483848" r:id="rId25"/>
    <p:sldLayoutId id="2147483849" r:id="rId26"/>
    <p:sldLayoutId id="2147483850" r:id="rId27"/>
    <p:sldLayoutId id="2147483851" r:id="rId28"/>
    <p:sldLayoutId id="2147483852" r:id="rId29"/>
    <p:sldLayoutId id="2147483853" r:id="rId30"/>
    <p:sldLayoutId id="2147483854" r:id="rId31"/>
    <p:sldLayoutId id="2147483855" r:id="rId32"/>
    <p:sldLayoutId id="2147483856" r:id="rId33"/>
    <p:sldLayoutId id="2147483857" r:id="rId34"/>
    <p:sldLayoutId id="2147483858" r:id="rId35"/>
    <p:sldLayoutId id="2147483859" r:id="rId36"/>
    <p:sldLayoutId id="2147483860" r:id="rId37"/>
    <p:sldLayoutId id="2147483861" r:id="rId38"/>
    <p:sldLayoutId id="2147483862" r:id="rId39"/>
    <p:sldLayoutId id="2147483863" r:id="rId40"/>
    <p:sldLayoutId id="2147483864" r:id="rId41"/>
    <p:sldLayoutId id="2147483865" r:id="rId42"/>
    <p:sldLayoutId id="2147483866" r:id="rId43"/>
    <p:sldLayoutId id="2147483867" r:id="rId44"/>
    <p:sldLayoutId id="2147483868" r:id="rId45"/>
    <p:sldLayoutId id="2147483869" r:id="rId46"/>
    <p:sldLayoutId id="2147483870" r:id="rId47"/>
    <p:sldLayoutId id="2147483871" r:id="rId48"/>
    <p:sldLayoutId id="2147483872" r:id="rId49"/>
    <p:sldLayoutId id="2147483873" r:id="rId50"/>
    <p:sldLayoutId id="2147483874" r:id="rId51"/>
    <p:sldLayoutId id="2147483875" r:id="rId52"/>
    <p:sldLayoutId id="2147483876" r:id="rId53"/>
    <p:sldLayoutId id="2147483877" r:id="rId54"/>
    <p:sldLayoutId id="2147483878" r:id="rId55"/>
    <p:sldLayoutId id="2147483879" r:id="rId56"/>
    <p:sldLayoutId id="2147483880" r:id="rId57"/>
    <p:sldLayoutId id="2147483881" r:id="rId58"/>
    <p:sldLayoutId id="2147483882" r:id="rId59"/>
    <p:sldLayoutId id="2147483883" r:id="rId60"/>
    <p:sldLayoutId id="2147483884" r:id="rId61"/>
    <p:sldLayoutId id="2147483885" r:id="rId62"/>
    <p:sldLayoutId id="2147483886" r:id="rId63"/>
    <p:sldLayoutId id="2147483887" r:id="rId64"/>
    <p:sldLayoutId id="2147483888" r:id="rId65"/>
    <p:sldLayoutId id="2147483889" r:id="rId66"/>
    <p:sldLayoutId id="2147483890" r:id="rId67"/>
    <p:sldLayoutId id="2147483891" r:id="rId68"/>
    <p:sldLayoutId id="2147483892" r:id="rId69"/>
    <p:sldLayoutId id="2147483893" r:id="rId70"/>
    <p:sldLayoutId id="2147483894" r:id="rId71"/>
    <p:sldLayoutId id="2147483895" r:id="rId72"/>
    <p:sldLayoutId id="2147483896" r:id="rId73"/>
    <p:sldLayoutId id="2147483897" r:id="rId74"/>
    <p:sldLayoutId id="2147483898" r:id="rId75"/>
    <p:sldLayoutId id="2147483899" r:id="rId76"/>
    <p:sldLayoutId id="2147483900" r:id="rId77"/>
    <p:sldLayoutId id="2147483901" r:id="rId78"/>
    <p:sldLayoutId id="2147483902" r:id="rId79"/>
    <p:sldLayoutId id="2147483903" r:id="rId80"/>
    <p:sldLayoutId id="2147483904" r:id="rId81"/>
    <p:sldLayoutId id="2147483905" r:id="rId82"/>
    <p:sldLayoutId id="2147483906" r:id="rId8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4.xml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pt-br/3/tutorial/controlflow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5.xml"/><Relationship Id="rId5" Type="http://schemas.openxmlformats.org/officeDocument/2006/relationships/hyperlink" Target="https://visualgo.net/en/list" TargetMode="External"/><Relationship Id="rId4" Type="http://schemas.openxmlformats.org/officeDocument/2006/relationships/hyperlink" Target="https://pythontutor.com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7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3" name="Google Shape;3703;p330"/>
          <p:cNvSpPr txBox="1"/>
          <p:nvPr/>
        </p:nvSpPr>
        <p:spPr>
          <a:xfrm>
            <a:off x="870204" y="3602762"/>
            <a:ext cx="68148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22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5" name="Google Shape;3705;p330"/>
          <p:cNvSpPr txBox="1"/>
          <p:nvPr/>
        </p:nvSpPr>
        <p:spPr>
          <a:xfrm>
            <a:off x="870204" y="2862671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lvl="0" algn="ctr">
              <a:buClr>
                <a:schemeClr val="dk1"/>
              </a:buClr>
              <a:buSzPts val="2500"/>
            </a:pPr>
            <a:r>
              <a:rPr lang="pt-BR" sz="2200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4: Ampliando o cadastro com listagem</a:t>
            </a:r>
            <a:endParaRPr lang="pt-BR" sz="2200" b="0" i="0" u="none" strike="noStrike" cap="none" dirty="0">
              <a:solidFill>
                <a:srgbClr val="BFBFB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" name="Google Shape;2720;p265">
            <a:extLst>
              <a:ext uri="{FF2B5EF4-FFF2-40B4-BE49-F238E27FC236}">
                <a16:creationId xmlns:a16="http://schemas.microsoft.com/office/drawing/2014/main" id="{7C3B0288-5EE8-20C8-4F17-AECD001A1050}"/>
              </a:ext>
            </a:extLst>
          </p:cNvPr>
          <p:cNvSpPr txBox="1"/>
          <p:nvPr/>
        </p:nvSpPr>
        <p:spPr>
          <a:xfrm>
            <a:off x="870204" y="2094610"/>
            <a:ext cx="681480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 e cadastros em memória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2722;p265">
            <a:extLst>
              <a:ext uri="{FF2B5EF4-FFF2-40B4-BE49-F238E27FC236}">
                <a16:creationId xmlns:a16="http://schemas.microsoft.com/office/drawing/2014/main" id="{5660BBCD-2649-8C66-E1A1-8FB38F7D5216}"/>
              </a:ext>
            </a:extLst>
          </p:cNvPr>
          <p:cNvSpPr txBox="1"/>
          <p:nvPr/>
        </p:nvSpPr>
        <p:spPr>
          <a:xfrm>
            <a:off x="790791" y="1307454"/>
            <a:ext cx="6973626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C47AA663-B2A1-3D69-D202-A4764771A57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99" r="949"/>
          <a:stretch/>
        </p:blipFill>
        <p:spPr>
          <a:xfrm>
            <a:off x="-5171" y="1336655"/>
            <a:ext cx="12197171" cy="498727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3011FCF-2A1F-678D-3403-055ED931F292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329;p3">
            <a:extLst>
              <a:ext uri="{FF2B5EF4-FFF2-40B4-BE49-F238E27FC236}">
                <a16:creationId xmlns:a16="http://schemas.microsoft.com/office/drawing/2014/main" id="{3562B59D-FCC4-550A-06BE-E9800B711A67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r">
              <a:buSzPts val="1300"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A15C774-5BE0-6DF3-E929-DA6C5C37D808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331;p3">
            <a:extLst>
              <a:ext uri="{FF2B5EF4-FFF2-40B4-BE49-F238E27FC236}">
                <a16:creationId xmlns:a16="http://schemas.microsoft.com/office/drawing/2014/main" id="{8729B55E-89B4-AD08-3A2F-E236E7F70806}"/>
              </a:ext>
            </a:extLst>
          </p:cNvPr>
          <p:cNvSpPr txBox="1"/>
          <p:nvPr/>
        </p:nvSpPr>
        <p:spPr>
          <a:xfrm>
            <a:off x="2140381" y="891153"/>
            <a:ext cx="2435785" cy="103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ctr">
              <a:buClr>
                <a:schemeClr val="dk1"/>
              </a:buClr>
              <a:buSzPts val="2100"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lang="pt-BR" sz="2100" dirty="0">
              <a:solidFill>
                <a:schemeClr val="dk1"/>
              </a:solidFill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28D0FDF1-DC17-6E9F-7B12-794266EF0174}"/>
              </a:ext>
            </a:extLst>
          </p:cNvPr>
          <p:cNvGrpSpPr/>
          <p:nvPr/>
        </p:nvGrpSpPr>
        <p:grpSpPr>
          <a:xfrm>
            <a:off x="587293" y="1657363"/>
            <a:ext cx="10504271" cy="4353397"/>
            <a:chOff x="880938" y="2486044"/>
            <a:chExt cx="15756407" cy="6530095"/>
          </a:xfrm>
          <a:solidFill>
            <a:srgbClr val="28566E"/>
          </a:solidFill>
        </p:grpSpPr>
        <p:sp>
          <p:nvSpPr>
            <p:cNvPr id="8" name="Google Shape;290;p3">
              <a:extLst>
                <a:ext uri="{FF2B5EF4-FFF2-40B4-BE49-F238E27FC236}">
                  <a16:creationId xmlns:a16="http://schemas.microsoft.com/office/drawing/2014/main" id="{2300314F-50B7-F353-21B6-FCD185644AD8}"/>
                </a:ext>
              </a:extLst>
            </p:cNvPr>
            <p:cNvSpPr/>
            <p:nvPr/>
          </p:nvSpPr>
          <p:spPr>
            <a:xfrm>
              <a:off x="880938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91;p3">
              <a:extLst>
                <a:ext uri="{FF2B5EF4-FFF2-40B4-BE49-F238E27FC236}">
                  <a16:creationId xmlns:a16="http://schemas.microsoft.com/office/drawing/2014/main" id="{FB80A29C-93EA-C052-ABCB-79181687DE1A}"/>
                </a:ext>
              </a:extLst>
            </p:cNvPr>
            <p:cNvSpPr/>
            <p:nvPr/>
          </p:nvSpPr>
          <p:spPr>
            <a:xfrm>
              <a:off x="2332293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92;p3">
              <a:extLst>
                <a:ext uri="{FF2B5EF4-FFF2-40B4-BE49-F238E27FC236}">
                  <a16:creationId xmlns:a16="http://schemas.microsoft.com/office/drawing/2014/main" id="{729C0330-DDC5-70EC-65DF-6CB68A1BF5FD}"/>
                </a:ext>
              </a:extLst>
            </p:cNvPr>
            <p:cNvSpPr/>
            <p:nvPr/>
          </p:nvSpPr>
          <p:spPr>
            <a:xfrm>
              <a:off x="3751845" y="8108805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94;p3">
              <a:extLst>
                <a:ext uri="{FF2B5EF4-FFF2-40B4-BE49-F238E27FC236}">
                  <a16:creationId xmlns:a16="http://schemas.microsoft.com/office/drawing/2014/main" id="{B6F986BF-CBC5-D5F4-94A6-5A4EB9AB8491}"/>
                </a:ext>
              </a:extLst>
            </p:cNvPr>
            <p:cNvSpPr/>
            <p:nvPr/>
          </p:nvSpPr>
          <p:spPr>
            <a:xfrm rot="-3438299">
              <a:off x="5201643" y="567999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95;p3">
              <a:extLst>
                <a:ext uri="{FF2B5EF4-FFF2-40B4-BE49-F238E27FC236}">
                  <a16:creationId xmlns:a16="http://schemas.microsoft.com/office/drawing/2014/main" id="{2046CDD2-696B-7553-32F9-789E5D906039}"/>
                </a:ext>
              </a:extLst>
            </p:cNvPr>
            <p:cNvSpPr/>
            <p:nvPr/>
          </p:nvSpPr>
          <p:spPr>
            <a:xfrm rot="-911770">
              <a:off x="6624186" y="5419662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96;p3">
              <a:extLst>
                <a:ext uri="{FF2B5EF4-FFF2-40B4-BE49-F238E27FC236}">
                  <a16:creationId xmlns:a16="http://schemas.microsoft.com/office/drawing/2014/main" id="{45389CE9-9134-D979-530F-B8CB2459671D}"/>
                </a:ext>
              </a:extLst>
            </p:cNvPr>
            <p:cNvSpPr/>
            <p:nvPr/>
          </p:nvSpPr>
          <p:spPr>
            <a:xfrm rot="-911770">
              <a:off x="7693774" y="475130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97;p3">
              <a:extLst>
                <a:ext uri="{FF2B5EF4-FFF2-40B4-BE49-F238E27FC236}">
                  <a16:creationId xmlns:a16="http://schemas.microsoft.com/office/drawing/2014/main" id="{66A3CD4E-E84C-547C-2547-B71B7FCA84F4}"/>
                </a:ext>
              </a:extLst>
            </p:cNvPr>
            <p:cNvSpPr/>
            <p:nvPr/>
          </p:nvSpPr>
          <p:spPr>
            <a:xfrm rot="8953789">
              <a:off x="10518635" y="248604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99;p3">
              <a:extLst>
                <a:ext uri="{FF2B5EF4-FFF2-40B4-BE49-F238E27FC236}">
                  <a16:creationId xmlns:a16="http://schemas.microsoft.com/office/drawing/2014/main" id="{D96C8D71-8A6A-128A-CF4D-95FA9EBAC7E4}"/>
                </a:ext>
              </a:extLst>
            </p:cNvPr>
            <p:cNvSpPr/>
            <p:nvPr/>
          </p:nvSpPr>
          <p:spPr>
            <a:xfrm rot="8953789">
              <a:off x="8026134" y="314839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300;p3">
              <a:extLst>
                <a:ext uri="{FF2B5EF4-FFF2-40B4-BE49-F238E27FC236}">
                  <a16:creationId xmlns:a16="http://schemas.microsoft.com/office/drawing/2014/main" id="{E79C8C0A-490C-B9CB-FDA6-830AC14A2EBB}"/>
                </a:ext>
              </a:extLst>
            </p:cNvPr>
            <p:cNvSpPr/>
            <p:nvPr/>
          </p:nvSpPr>
          <p:spPr>
            <a:xfrm rot="-4951757">
              <a:off x="11180603" y="650909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01;p3">
              <a:extLst>
                <a:ext uri="{FF2B5EF4-FFF2-40B4-BE49-F238E27FC236}">
                  <a16:creationId xmlns:a16="http://schemas.microsoft.com/office/drawing/2014/main" id="{C4FE6270-8640-C98B-0CF8-2F0B4D74F037}"/>
                </a:ext>
              </a:extLst>
            </p:cNvPr>
            <p:cNvSpPr/>
            <p:nvPr/>
          </p:nvSpPr>
          <p:spPr>
            <a:xfrm rot="-4951757">
              <a:off x="11209817" y="5070056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04;p3">
              <a:extLst>
                <a:ext uri="{FF2B5EF4-FFF2-40B4-BE49-F238E27FC236}">
                  <a16:creationId xmlns:a16="http://schemas.microsoft.com/office/drawing/2014/main" id="{EACEEBB3-BE11-E4DB-0CB0-6A6F72D82D15}"/>
                </a:ext>
              </a:extLst>
            </p:cNvPr>
            <p:cNvSpPr/>
            <p:nvPr/>
          </p:nvSpPr>
          <p:spPr>
            <a:xfrm rot="-2290074">
              <a:off x="13545995" y="8700353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05;p3">
              <a:extLst>
                <a:ext uri="{FF2B5EF4-FFF2-40B4-BE49-F238E27FC236}">
                  <a16:creationId xmlns:a16="http://schemas.microsoft.com/office/drawing/2014/main" id="{9A81F2DA-39D5-5F07-0FC0-00079FC7E300}"/>
                </a:ext>
              </a:extLst>
            </p:cNvPr>
            <p:cNvSpPr/>
            <p:nvPr/>
          </p:nvSpPr>
          <p:spPr>
            <a:xfrm rot="-2290074">
              <a:off x="14277272" y="752483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06;p3">
              <a:extLst>
                <a:ext uri="{FF2B5EF4-FFF2-40B4-BE49-F238E27FC236}">
                  <a16:creationId xmlns:a16="http://schemas.microsoft.com/office/drawing/2014/main" id="{32E9A541-D0FE-5314-032A-7385BA9E9EAD}"/>
                </a:ext>
              </a:extLst>
            </p:cNvPr>
            <p:cNvSpPr/>
            <p:nvPr/>
          </p:nvSpPr>
          <p:spPr>
            <a:xfrm rot="5404380">
              <a:off x="11261456" y="797140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307;p3">
              <a:extLst>
                <a:ext uri="{FF2B5EF4-FFF2-40B4-BE49-F238E27FC236}">
                  <a16:creationId xmlns:a16="http://schemas.microsoft.com/office/drawing/2014/main" id="{96650F67-CA1A-C866-6379-B99AEF2483BA}"/>
                </a:ext>
              </a:extLst>
            </p:cNvPr>
            <p:cNvSpPr/>
            <p:nvPr/>
          </p:nvSpPr>
          <p:spPr>
            <a:xfrm rot="4160691">
              <a:off x="14897363" y="488467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10;p3">
              <a:extLst>
                <a:ext uri="{FF2B5EF4-FFF2-40B4-BE49-F238E27FC236}">
                  <a16:creationId xmlns:a16="http://schemas.microsoft.com/office/drawing/2014/main" id="{D41AE4DA-99AD-5FE2-AC5F-150E4388E84F}"/>
                </a:ext>
              </a:extLst>
            </p:cNvPr>
            <p:cNvSpPr/>
            <p:nvPr/>
          </p:nvSpPr>
          <p:spPr>
            <a:xfrm rot="-9744855">
              <a:off x="16321559" y="4758488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98;p3">
            <a:extLst>
              <a:ext uri="{FF2B5EF4-FFF2-40B4-BE49-F238E27FC236}">
                <a16:creationId xmlns:a16="http://schemas.microsoft.com/office/drawing/2014/main" id="{AA12F6AC-9101-EC7F-BDB4-C7031E045DD3}"/>
              </a:ext>
            </a:extLst>
          </p:cNvPr>
          <p:cNvSpPr/>
          <p:nvPr/>
        </p:nvSpPr>
        <p:spPr>
          <a:xfrm rot="8953789">
            <a:off x="6038168" y="1499766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303;p3">
            <a:extLst>
              <a:ext uri="{FF2B5EF4-FFF2-40B4-BE49-F238E27FC236}">
                <a16:creationId xmlns:a16="http://schemas.microsoft.com/office/drawing/2014/main" id="{509CF9FC-7F7B-4497-1F8C-F314E7285AE0}"/>
              </a:ext>
            </a:extLst>
          </p:cNvPr>
          <p:cNvSpPr/>
          <p:nvPr/>
        </p:nvSpPr>
        <p:spPr>
          <a:xfrm rot="-2290074">
            <a:off x="8128877" y="5906090"/>
            <a:ext cx="210524" cy="2105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311;p3">
            <a:extLst>
              <a:ext uri="{FF2B5EF4-FFF2-40B4-BE49-F238E27FC236}">
                <a16:creationId xmlns:a16="http://schemas.microsoft.com/office/drawing/2014/main" id="{6EAC4B66-470D-0327-F3C0-FF4402B6343B}"/>
              </a:ext>
            </a:extLst>
          </p:cNvPr>
          <p:cNvSpPr/>
          <p:nvPr/>
        </p:nvSpPr>
        <p:spPr>
          <a:xfrm>
            <a:off x="2312065" y="3655792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312;p3">
            <a:extLst>
              <a:ext uri="{FF2B5EF4-FFF2-40B4-BE49-F238E27FC236}">
                <a16:creationId xmlns:a16="http://schemas.microsoft.com/office/drawing/2014/main" id="{0DFAC817-9F8B-0DB2-A8F6-AB27E1EC385B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2580112" y="4191885"/>
            <a:ext cx="89" cy="132328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315;p3">
            <a:extLst>
              <a:ext uri="{FF2B5EF4-FFF2-40B4-BE49-F238E27FC236}">
                <a16:creationId xmlns:a16="http://schemas.microsoft.com/office/drawing/2014/main" id="{5898B839-2FDC-2F32-B950-E9C6ECB6252D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7013622" y="5998830"/>
            <a:ext cx="1116003" cy="1542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17;p3">
            <a:extLst>
              <a:ext uri="{FF2B5EF4-FFF2-40B4-BE49-F238E27FC236}">
                <a16:creationId xmlns:a16="http://schemas.microsoft.com/office/drawing/2014/main" id="{ED4BCC4C-2F25-795D-8300-F0E26DF7B763}"/>
              </a:ext>
            </a:extLst>
          </p:cNvPr>
          <p:cNvSpPr/>
          <p:nvPr/>
        </p:nvSpPr>
        <p:spPr>
          <a:xfrm>
            <a:off x="5888612" y="626626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19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318;p3">
            <a:extLst>
              <a:ext uri="{FF2B5EF4-FFF2-40B4-BE49-F238E27FC236}">
                <a16:creationId xmlns:a16="http://schemas.microsoft.com/office/drawing/2014/main" id="{EE5EE166-7B21-412E-CAA3-96F783347CCA}"/>
              </a:ext>
            </a:extLst>
          </p:cNvPr>
          <p:cNvCxnSpPr>
            <a:cxnSpLocks/>
            <a:stCxn id="28" idx="4"/>
          </p:cNvCxnSpPr>
          <p:nvPr/>
        </p:nvCxnSpPr>
        <p:spPr>
          <a:xfrm flipH="1">
            <a:off x="6146127" y="1162719"/>
            <a:ext cx="10531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20;p3">
            <a:extLst>
              <a:ext uri="{FF2B5EF4-FFF2-40B4-BE49-F238E27FC236}">
                <a16:creationId xmlns:a16="http://schemas.microsoft.com/office/drawing/2014/main" id="{0835665B-99F8-1CDB-8754-079420421F8D}"/>
              </a:ext>
            </a:extLst>
          </p:cNvPr>
          <p:cNvSpPr/>
          <p:nvPr/>
        </p:nvSpPr>
        <p:spPr>
          <a:xfrm>
            <a:off x="8032927" y="2450215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21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21;p3">
            <a:extLst>
              <a:ext uri="{FF2B5EF4-FFF2-40B4-BE49-F238E27FC236}">
                <a16:creationId xmlns:a16="http://schemas.microsoft.com/office/drawing/2014/main" id="{AA44D083-B55F-9988-3F58-71EC7DCD68D6}"/>
              </a:ext>
            </a:extLst>
          </p:cNvPr>
          <p:cNvCxnSpPr>
            <a:cxnSpLocks/>
            <a:stCxn id="30" idx="3"/>
            <a:endCxn id="17" idx="2"/>
          </p:cNvCxnSpPr>
          <p:nvPr/>
        </p:nvCxnSpPr>
        <p:spPr>
          <a:xfrm flipH="1">
            <a:off x="7564788" y="2907799"/>
            <a:ext cx="546648" cy="68186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3;p3">
            <a:extLst>
              <a:ext uri="{FF2B5EF4-FFF2-40B4-BE49-F238E27FC236}">
                <a16:creationId xmlns:a16="http://schemas.microsoft.com/office/drawing/2014/main" id="{C326A2FD-ED14-79C4-0355-6D58CA4F3402}"/>
              </a:ext>
            </a:extLst>
          </p:cNvPr>
          <p:cNvSpPr txBox="1"/>
          <p:nvPr/>
        </p:nvSpPr>
        <p:spPr>
          <a:xfrm>
            <a:off x="4176299" y="5523582"/>
            <a:ext cx="1707841" cy="27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1800"/>
            </a:pPr>
            <a:r>
              <a:rPr lang="pt-BR" sz="1400" b="1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dirty="0"/>
          </a:p>
        </p:txBody>
      </p:sp>
      <p:pic>
        <p:nvPicPr>
          <p:cNvPr id="33" name="Google Shape;324;p3">
            <a:extLst>
              <a:ext uri="{FF2B5EF4-FFF2-40B4-BE49-F238E27FC236}">
                <a16:creationId xmlns:a16="http://schemas.microsoft.com/office/drawing/2014/main" id="{71EF9037-9A33-08A3-CBC1-D54564CFEE80}"/>
              </a:ext>
            </a:extLst>
          </p:cNvPr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6522532" y="5546944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25;p3">
            <a:extLst>
              <a:ext uri="{FF2B5EF4-FFF2-40B4-BE49-F238E27FC236}">
                <a16:creationId xmlns:a16="http://schemas.microsoft.com/office/drawing/2014/main" id="{395747AD-289F-02C5-006D-0CA584849098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2202113" y="344603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26;p3">
            <a:extLst>
              <a:ext uri="{FF2B5EF4-FFF2-40B4-BE49-F238E27FC236}">
                <a16:creationId xmlns:a16="http://schemas.microsoft.com/office/drawing/2014/main" id="{DA906E99-74C1-894E-4648-D6885CF759D9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5770630" y="45908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27;p3">
            <a:extLst>
              <a:ext uri="{FF2B5EF4-FFF2-40B4-BE49-F238E27FC236}">
                <a16:creationId xmlns:a16="http://schemas.microsoft.com/office/drawing/2014/main" id="{36D55778-A808-6618-E20F-AF286D2C1AE4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7913394" y="2295455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13;p3">
            <a:extLst>
              <a:ext uri="{FF2B5EF4-FFF2-40B4-BE49-F238E27FC236}">
                <a16:creationId xmlns:a16="http://schemas.microsoft.com/office/drawing/2014/main" id="{A6F98FA5-3111-8B63-09F7-B4595B787765}"/>
              </a:ext>
            </a:extLst>
          </p:cNvPr>
          <p:cNvSpPr txBox="1"/>
          <p:nvPr/>
        </p:nvSpPr>
        <p:spPr>
          <a:xfrm>
            <a:off x="307804" y="3754483"/>
            <a:ext cx="2097455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Funções e procedimentos – modularização I</a:t>
            </a:r>
            <a:endParaRPr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8" name="Google Shape;316;p3">
            <a:extLst>
              <a:ext uri="{FF2B5EF4-FFF2-40B4-BE49-F238E27FC236}">
                <a16:creationId xmlns:a16="http://schemas.microsoft.com/office/drawing/2014/main" id="{D411EE31-F0AB-8C71-4896-31D9F590681E}"/>
              </a:ext>
            </a:extLst>
          </p:cNvPr>
          <p:cNvSpPr txBox="1"/>
          <p:nvPr/>
        </p:nvSpPr>
        <p:spPr>
          <a:xfrm>
            <a:off x="4207454" y="5836005"/>
            <a:ext cx="2360494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Agenda e cadastros em memória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9" name="Google Shape;319;p3">
            <a:extLst>
              <a:ext uri="{FF2B5EF4-FFF2-40B4-BE49-F238E27FC236}">
                <a16:creationId xmlns:a16="http://schemas.microsoft.com/office/drawing/2014/main" id="{CE6FA4F7-A278-5B93-7AD8-EF2F6D65D588}"/>
              </a:ext>
            </a:extLst>
          </p:cNvPr>
          <p:cNvSpPr txBox="1"/>
          <p:nvPr/>
        </p:nvSpPr>
        <p:spPr>
          <a:xfrm>
            <a:off x="6479771" y="677492"/>
            <a:ext cx="3724381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Manipulação de </a:t>
            </a:r>
            <a:r>
              <a:rPr lang="pt-BR" sz="1700" dirty="0" err="1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strings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0" name="Google Shape;322;p3">
            <a:extLst>
              <a:ext uri="{FF2B5EF4-FFF2-40B4-BE49-F238E27FC236}">
                <a16:creationId xmlns:a16="http://schemas.microsoft.com/office/drawing/2014/main" id="{91998BBD-7708-3C6E-E8C3-77D94794D14C}"/>
              </a:ext>
            </a:extLst>
          </p:cNvPr>
          <p:cNvSpPr txBox="1"/>
          <p:nvPr/>
        </p:nvSpPr>
        <p:spPr>
          <a:xfrm>
            <a:off x="8610341" y="2364721"/>
            <a:ext cx="2756455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Programando com menu no terminal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1" name="Google Shape;317;p3">
            <a:extLst>
              <a:ext uri="{FF2B5EF4-FFF2-40B4-BE49-F238E27FC236}">
                <a16:creationId xmlns:a16="http://schemas.microsoft.com/office/drawing/2014/main" id="{8235072C-20FB-7564-A050-BD896F2EB57F}"/>
              </a:ext>
            </a:extLst>
          </p:cNvPr>
          <p:cNvSpPr/>
          <p:nvPr/>
        </p:nvSpPr>
        <p:spPr>
          <a:xfrm>
            <a:off x="5231598" y="3949582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326;p3">
            <a:extLst>
              <a:ext uri="{FF2B5EF4-FFF2-40B4-BE49-F238E27FC236}">
                <a16:creationId xmlns:a16="http://schemas.microsoft.com/office/drawing/2014/main" id="{B8860E5C-255F-C70B-4A21-A52D2F00D113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24305" y="3803711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319;p3">
            <a:extLst>
              <a:ext uri="{FF2B5EF4-FFF2-40B4-BE49-F238E27FC236}">
                <a16:creationId xmlns:a16="http://schemas.microsoft.com/office/drawing/2014/main" id="{C573D349-3F29-B55E-9F3A-A0F379E589CD}"/>
              </a:ext>
            </a:extLst>
          </p:cNvPr>
          <p:cNvSpPr txBox="1"/>
          <p:nvPr/>
        </p:nvSpPr>
        <p:spPr>
          <a:xfrm>
            <a:off x="3526314" y="4362582"/>
            <a:ext cx="1886362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Documentação, testes unitários e depuração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9E338347-C87C-DE27-1C14-0ACD67028D2D}"/>
              </a:ext>
            </a:extLst>
          </p:cNvPr>
          <p:cNvSpPr txBox="1"/>
          <p:nvPr/>
        </p:nvSpPr>
        <p:spPr>
          <a:xfrm>
            <a:off x="10404529" y="83690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5" name="Google Shape;332;p3">
            <a:extLst>
              <a:ext uri="{FF2B5EF4-FFF2-40B4-BE49-F238E27FC236}">
                <a16:creationId xmlns:a16="http://schemas.microsoft.com/office/drawing/2014/main" id="{13F72AA6-5D6D-7604-2172-A1E13A0AC176}"/>
              </a:ext>
            </a:extLst>
          </p:cNvPr>
          <p:cNvSpPr/>
          <p:nvPr/>
        </p:nvSpPr>
        <p:spPr>
          <a:xfrm>
            <a:off x="10318738" y="3740394"/>
            <a:ext cx="542302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23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333;p3">
            <a:extLst>
              <a:ext uri="{FF2B5EF4-FFF2-40B4-BE49-F238E27FC236}">
                <a16:creationId xmlns:a16="http://schemas.microsoft.com/office/drawing/2014/main" id="{BEA3D7D3-E755-3818-1082-7A771502E3E1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724301" y="4008441"/>
            <a:ext cx="594437" cy="122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7" name="Google Shape;334;p3">
            <a:extLst>
              <a:ext uri="{FF2B5EF4-FFF2-40B4-BE49-F238E27FC236}">
                <a16:creationId xmlns:a16="http://schemas.microsoft.com/office/drawing/2014/main" id="{DD04C494-382F-F0B4-6BA5-60DD053BDE3F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10176758" y="3599830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335;p3">
            <a:extLst>
              <a:ext uri="{FF2B5EF4-FFF2-40B4-BE49-F238E27FC236}">
                <a16:creationId xmlns:a16="http://schemas.microsoft.com/office/drawing/2014/main" id="{B54A1CD2-8422-75F6-5E08-2E9C82996889}"/>
              </a:ext>
            </a:extLst>
          </p:cNvPr>
          <p:cNvSpPr txBox="1"/>
          <p:nvPr/>
        </p:nvSpPr>
        <p:spPr>
          <a:xfrm>
            <a:off x="9949361" y="4318725"/>
            <a:ext cx="2093879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Médias, faixas e classificação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9" name="Google Shape;290;p3">
            <a:extLst>
              <a:ext uri="{FF2B5EF4-FFF2-40B4-BE49-F238E27FC236}">
                <a16:creationId xmlns:a16="http://schemas.microsoft.com/office/drawing/2014/main" id="{D87571BF-ABD0-62AA-3234-0EFE5000930A}"/>
              </a:ext>
            </a:extLst>
          </p:cNvPr>
          <p:cNvSpPr/>
          <p:nvPr/>
        </p:nvSpPr>
        <p:spPr>
          <a:xfrm>
            <a:off x="3043617" y="4666677"/>
            <a:ext cx="210524" cy="210524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321;p3">
            <a:extLst>
              <a:ext uri="{FF2B5EF4-FFF2-40B4-BE49-F238E27FC236}">
                <a16:creationId xmlns:a16="http://schemas.microsoft.com/office/drawing/2014/main" id="{DEEEF835-491F-DE22-3D91-EAAFA9C71DDB}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4612726" y="3770688"/>
            <a:ext cx="649798" cy="36139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290;p3">
            <a:extLst>
              <a:ext uri="{FF2B5EF4-FFF2-40B4-BE49-F238E27FC236}">
                <a16:creationId xmlns:a16="http://schemas.microsoft.com/office/drawing/2014/main" id="{86434497-E9E4-34D9-E605-FF0F33EA830F}"/>
              </a:ext>
            </a:extLst>
          </p:cNvPr>
          <p:cNvSpPr/>
          <p:nvPr/>
        </p:nvSpPr>
        <p:spPr>
          <a:xfrm>
            <a:off x="7431894" y="2418120"/>
            <a:ext cx="210524" cy="210524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290;p3">
            <a:extLst>
              <a:ext uri="{FF2B5EF4-FFF2-40B4-BE49-F238E27FC236}">
                <a16:creationId xmlns:a16="http://schemas.microsoft.com/office/drawing/2014/main" id="{4E7829B0-6CCA-F5D9-BFF1-62C4B3C9F7EC}"/>
              </a:ext>
            </a:extLst>
          </p:cNvPr>
          <p:cNvSpPr/>
          <p:nvPr/>
        </p:nvSpPr>
        <p:spPr>
          <a:xfrm>
            <a:off x="9549440" y="3921948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314;p3">
            <a:extLst>
              <a:ext uri="{FF2B5EF4-FFF2-40B4-BE49-F238E27FC236}">
                <a16:creationId xmlns:a16="http://schemas.microsoft.com/office/drawing/2014/main" id="{B431AA6C-5F92-D086-6842-098BA8A9DA8B}"/>
              </a:ext>
            </a:extLst>
          </p:cNvPr>
          <p:cNvSpPr/>
          <p:nvPr/>
        </p:nvSpPr>
        <p:spPr>
          <a:xfrm>
            <a:off x="6649008" y="5735630"/>
            <a:ext cx="536093" cy="53609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22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058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0" name="Google Shape;3760;p33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57"/>
          <a:stretch/>
        </p:blipFill>
        <p:spPr>
          <a:xfrm rot="-573653">
            <a:off x="5678584" y="2638763"/>
            <a:ext cx="8603296" cy="4647677"/>
          </a:xfrm>
          <a:prstGeom prst="rect">
            <a:avLst/>
          </a:prstGeom>
          <a:noFill/>
          <a:ln>
            <a:noFill/>
          </a:ln>
        </p:spPr>
      </p:pic>
      <p:sp>
        <p:nvSpPr>
          <p:cNvPr id="3761" name="Google Shape;3761;p332"/>
          <p:cNvSpPr/>
          <p:nvPr/>
        </p:nvSpPr>
        <p:spPr>
          <a:xfrm rot="-3438164">
            <a:off x="10617304" y="5326466"/>
            <a:ext cx="408182" cy="408182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2" name="Google Shape;3762;p332"/>
          <p:cNvSpPr/>
          <p:nvPr/>
        </p:nvSpPr>
        <p:spPr>
          <a:xfrm>
            <a:off x="9084502" y="3402930"/>
            <a:ext cx="1317300" cy="13173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  <a:endParaRPr sz="4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3" name="Google Shape;3763;p332"/>
          <p:cNvCxnSpPr/>
          <p:nvPr/>
        </p:nvCxnSpPr>
        <p:spPr>
          <a:xfrm>
            <a:off x="10016903" y="4528943"/>
            <a:ext cx="634200" cy="900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64" name="Google Shape;3764;p332"/>
          <p:cNvSpPr txBox="1"/>
          <p:nvPr/>
        </p:nvSpPr>
        <p:spPr>
          <a:xfrm>
            <a:off x="3331829" y="5437047"/>
            <a:ext cx="44877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</a:t>
            </a:r>
            <a:r>
              <a:rPr lang="pt-BR" sz="1800">
                <a:latin typeface="Poppins"/>
                <a:ea typeface="Poppins"/>
                <a:cs typeface="Poppins"/>
                <a:sym typeface="Poppins"/>
              </a:rPr>
              <a:t>SISANO1C1B4S22A4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8" name="Google Shape;3768;p332"/>
          <p:cNvSpPr txBox="1"/>
          <p:nvPr/>
        </p:nvSpPr>
        <p:spPr>
          <a:xfrm>
            <a:off x="3331829" y="3203825"/>
            <a:ext cx="6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latin typeface="Poppins"/>
                <a:ea typeface="Poppins"/>
                <a:cs typeface="Poppins"/>
                <a:sym typeface="Poppins"/>
              </a:rPr>
              <a:t>Agenda e cadastros em memória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69" name="Google Shape;3769;p332"/>
          <p:cNvSpPr txBox="1"/>
          <p:nvPr/>
        </p:nvSpPr>
        <p:spPr>
          <a:xfrm>
            <a:off x="3331829" y="2792959"/>
            <a:ext cx="25830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0" name="Google Shape;3770;p332"/>
          <p:cNvSpPr txBox="1"/>
          <p:nvPr/>
        </p:nvSpPr>
        <p:spPr>
          <a:xfrm>
            <a:off x="3331829" y="4494513"/>
            <a:ext cx="4145296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lvl="0">
              <a:buSzPts val="2200"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Aula 4: Ampliando o cadastro com listagem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BFC582F-EC4D-84B7-3E19-4D461E0E903B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329;p3">
            <a:extLst>
              <a:ext uri="{FF2B5EF4-FFF2-40B4-BE49-F238E27FC236}">
                <a16:creationId xmlns:a16="http://schemas.microsoft.com/office/drawing/2014/main" id="{74DCB20F-AAB2-87F0-D1B5-10F9203EFAE3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r">
              <a:buSzPts val="1300"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3A8995B-07AB-CB95-F56A-C8967EB3DEA6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Google Shape;331;p3">
            <a:extLst>
              <a:ext uri="{FF2B5EF4-FFF2-40B4-BE49-F238E27FC236}">
                <a16:creationId xmlns:a16="http://schemas.microsoft.com/office/drawing/2014/main" id="{DC60CFDE-5309-1404-6318-85931969BEE4}"/>
              </a:ext>
            </a:extLst>
          </p:cNvPr>
          <p:cNvSpPr txBox="1"/>
          <p:nvPr/>
        </p:nvSpPr>
        <p:spPr>
          <a:xfrm>
            <a:off x="2140381" y="891153"/>
            <a:ext cx="2435785" cy="103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ctr">
              <a:buClr>
                <a:schemeClr val="dk1"/>
              </a:buClr>
              <a:buSzPts val="2100"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lang="pt-BR"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0" name="Google Shape;3780;p333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/>
            <a:r>
              <a:rPr lang="pt-BR" dirty="0"/>
              <a:t>Ampliar o mesmo cadastro com listagem dos dados em memória, sem uso de arquivos.</a:t>
            </a:r>
          </a:p>
        </p:txBody>
      </p:sp>
      <p:sp>
        <p:nvSpPr>
          <p:cNvPr id="3781" name="Google Shape;3781;p333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/>
              <a:t>Aplicar vetores ou listas simples, condicionais compostas e repetição na implementação de cadastros em memória com menu textual.</a:t>
            </a:r>
            <a:endParaRPr/>
          </a:p>
        </p:txBody>
      </p:sp>
      <p:sp>
        <p:nvSpPr>
          <p:cNvPr id="3782" name="Google Shape;3782;p333"/>
          <p:cNvSpPr txBox="1">
            <a:spLocks noGrp="1"/>
          </p:cNvSpPr>
          <p:nvPr>
            <p:ph type="body" idx="3"/>
          </p:nvPr>
        </p:nvSpPr>
        <p:spPr>
          <a:xfrm>
            <a:off x="7467375" y="342900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Exercer autocontrole ao organizar dados em memória e revisar a lógica do programa com atenção aos critérios definidos.</a:t>
            </a:r>
            <a:endParaRPr dirty="0"/>
          </a:p>
        </p:txBody>
      </p:sp>
      <p:sp>
        <p:nvSpPr>
          <p:cNvPr id="3783" name="Google Shape;3783;p333"/>
          <p:cNvSpPr txBox="1">
            <a:spLocks noGrp="1"/>
          </p:cNvSpPr>
          <p:nvPr>
            <p:ph type="body" idx="4"/>
          </p:nvPr>
        </p:nvSpPr>
        <p:spPr>
          <a:xfrm>
            <a:off x="1467909" y="3398979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anotações.</a:t>
            </a:r>
            <a:endParaRPr dirty="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" name="Google Shape;3789;p334"/>
          <p:cNvSpPr txBox="1"/>
          <p:nvPr/>
        </p:nvSpPr>
        <p:spPr>
          <a:xfrm>
            <a:off x="7370800" y="2891100"/>
            <a:ext cx="3832500" cy="172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200" tIns="30450" rIns="60950" bIns="3045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Retomem o projeto da Papelaria Ponto Certo desenvolvido nas aulas anteriores.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Implementem e integrem a funcionalidade de listagem ao menu.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Realizem as melhorias propostas e testem o funcionamento do sistema.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Enviem o arquivo .</a:t>
            </a:r>
            <a:r>
              <a:rPr lang="pt-BR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</a:t>
            </a: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atualizado via AVA como registro da atividade.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94" name="Google Shape;3794;p334"/>
          <p:cNvSpPr txBox="1">
            <a:spLocks noGrp="1"/>
          </p:cNvSpPr>
          <p:nvPr>
            <p:ph type="body" idx="1"/>
          </p:nvPr>
        </p:nvSpPr>
        <p:spPr>
          <a:xfrm>
            <a:off x="2659139" y="635968"/>
            <a:ext cx="8810641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Finalizando a primeira versão do sistema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96" name="Google Shape;3796;p334"/>
          <p:cNvSpPr txBox="1">
            <a:spLocks noGrp="1"/>
          </p:cNvSpPr>
          <p:nvPr>
            <p:ph type="body" idx="4"/>
          </p:nvPr>
        </p:nvSpPr>
        <p:spPr>
          <a:xfrm>
            <a:off x="845495" y="5675325"/>
            <a:ext cx="1813643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100" b="1" dirty="0">
                <a:latin typeface="Poppins"/>
                <a:ea typeface="Poppins"/>
                <a:cs typeface="Poppins"/>
                <a:sym typeface="Poppins"/>
              </a:rPr>
              <a:t>Arquivo Python (.</a:t>
            </a:r>
            <a:r>
              <a:rPr lang="pt-BR" sz="1100" b="1" dirty="0" err="1">
                <a:latin typeface="Poppins"/>
                <a:ea typeface="Poppins"/>
                <a:cs typeface="Poppins"/>
                <a:sym typeface="Poppins"/>
              </a:rPr>
              <a:t>py</a:t>
            </a:r>
            <a:r>
              <a:rPr lang="pt-BR" sz="1100" b="1" dirty="0">
                <a:latin typeface="Poppins"/>
                <a:ea typeface="Poppins"/>
                <a:cs typeface="Poppins"/>
                <a:sym typeface="Poppins"/>
              </a:rPr>
              <a:t>)</a:t>
            </a:r>
            <a:endParaRPr sz="110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801" name="Google Shape;3801;p334"/>
          <p:cNvPicPr preferRelativeResize="0"/>
          <p:nvPr/>
        </p:nvPicPr>
        <p:blipFill>
          <a:blip r:embed="rId3"/>
          <a:srcRect/>
          <a:stretch/>
        </p:blipFill>
        <p:spPr>
          <a:xfrm>
            <a:off x="434699" y="5679104"/>
            <a:ext cx="309197" cy="26234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541;p318">
            <a:extLst>
              <a:ext uri="{FF2B5EF4-FFF2-40B4-BE49-F238E27FC236}">
                <a16:creationId xmlns:a16="http://schemas.microsoft.com/office/drawing/2014/main" id="{3B1DC7C6-3120-0467-2F91-2D640B8A98D2}"/>
              </a:ext>
            </a:extLst>
          </p:cNvPr>
          <p:cNvSpPr txBox="1"/>
          <p:nvPr/>
        </p:nvSpPr>
        <p:spPr>
          <a:xfrm>
            <a:off x="3238725" y="2968450"/>
            <a:ext cx="3466800" cy="1154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57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Roteiro de atividade prática;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57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Caneta ou lápis;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57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Computador com Python instalado. 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812;p61">
            <a:extLst>
              <a:ext uri="{FF2B5EF4-FFF2-40B4-BE49-F238E27FC236}">
                <a16:creationId xmlns:a16="http://schemas.microsoft.com/office/drawing/2014/main" id="{05D6550B-7058-E0E1-7A65-679EA67AC8AF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2A45E202-5A2D-F703-7AEA-638F4FC775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5" name="Google Shape;833;p62">
            <a:extLst>
              <a:ext uri="{FF2B5EF4-FFF2-40B4-BE49-F238E27FC236}">
                <a16:creationId xmlns:a16="http://schemas.microsoft.com/office/drawing/2014/main" id="{4121C6DA-DEDD-C5E2-A4A2-D4C3464D380B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38" name="Google Shape;3316;p302">
            <a:extLst>
              <a:ext uri="{FF2B5EF4-FFF2-40B4-BE49-F238E27FC236}">
                <a16:creationId xmlns:a16="http://schemas.microsoft.com/office/drawing/2014/main" id="{9F723541-CC47-ED89-891C-6754148444E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45495" y="5194925"/>
            <a:ext cx="1180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100" b="1" dirty="0">
                <a:latin typeface="Poppins" panose="00000500000000000000" pitchFamily="2" charset="0"/>
                <a:cs typeface="Poppins" panose="00000500000000000000" pitchFamily="2" charset="0"/>
              </a:rPr>
              <a:t>Em duplas</a:t>
            </a:r>
            <a:endParaRPr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Espaço Reservado para Texto 6">
            <a:extLst>
              <a:ext uri="{FF2B5EF4-FFF2-40B4-BE49-F238E27FC236}">
                <a16:creationId xmlns:a16="http://schemas.microsoft.com/office/drawing/2014/main" id="{B9B71B0E-C9E4-2E56-44F5-64324B639740}"/>
              </a:ext>
            </a:extLst>
          </p:cNvPr>
          <p:cNvSpPr txBox="1">
            <a:spLocks/>
          </p:cNvSpPr>
          <p:nvPr/>
        </p:nvSpPr>
        <p:spPr>
          <a:xfrm>
            <a:off x="845495" y="4775003"/>
            <a:ext cx="1733054" cy="27402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b="1" dirty="0">
                <a:latin typeface="Poppins" panose="00000500000000000000" pitchFamily="2" charset="0"/>
                <a:cs typeface="Poppins" panose="00000500000000000000" pitchFamily="2" charset="0"/>
              </a:rPr>
              <a:t>Durante a aula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1CDF620C-BFB9-E798-7C27-4DB0CAC7AC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699" y="5206337"/>
            <a:ext cx="336550" cy="304800"/>
          </a:xfrm>
          <a:prstGeom prst="rect">
            <a:avLst/>
          </a:prstGeom>
        </p:spPr>
      </p:pic>
      <p:grpSp>
        <p:nvGrpSpPr>
          <p:cNvPr id="7" name="Google Shape;3286;p302">
            <a:extLst>
              <a:ext uri="{FF2B5EF4-FFF2-40B4-BE49-F238E27FC236}">
                <a16:creationId xmlns:a16="http://schemas.microsoft.com/office/drawing/2014/main" id="{861393AE-7FD7-85C5-F2D8-0076AD067013}"/>
              </a:ext>
            </a:extLst>
          </p:cNvPr>
          <p:cNvGrpSpPr/>
          <p:nvPr/>
        </p:nvGrpSpPr>
        <p:grpSpPr>
          <a:xfrm>
            <a:off x="464700" y="4726096"/>
            <a:ext cx="284760" cy="286054"/>
            <a:chOff x="11797069" y="2783619"/>
            <a:chExt cx="427118" cy="429059"/>
          </a:xfrm>
        </p:grpSpPr>
        <p:sp>
          <p:nvSpPr>
            <p:cNvPr id="40" name="Google Shape;3287;p302">
              <a:extLst>
                <a:ext uri="{FF2B5EF4-FFF2-40B4-BE49-F238E27FC236}">
                  <a16:creationId xmlns:a16="http://schemas.microsoft.com/office/drawing/2014/main" id="{81D57FB2-1089-16BF-6B52-26DA7CB2A02E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3288;p302">
              <a:extLst>
                <a:ext uri="{FF2B5EF4-FFF2-40B4-BE49-F238E27FC236}">
                  <a16:creationId xmlns:a16="http://schemas.microsoft.com/office/drawing/2014/main" id="{B9BB68B3-EE48-4280-E4AC-8AEA24062BBC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3289;p302">
              <a:extLst>
                <a:ext uri="{FF2B5EF4-FFF2-40B4-BE49-F238E27FC236}">
                  <a16:creationId xmlns:a16="http://schemas.microsoft.com/office/drawing/2014/main" id="{AED461ED-43E0-63EA-4C69-6EB03AF19E6A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3290;p302">
              <a:extLst>
                <a:ext uri="{FF2B5EF4-FFF2-40B4-BE49-F238E27FC236}">
                  <a16:creationId xmlns:a16="http://schemas.microsoft.com/office/drawing/2014/main" id="{882F01FA-D565-2E99-CED1-B73882C7E3A4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" name="Google Shape;3291;p302">
              <a:extLst>
                <a:ext uri="{FF2B5EF4-FFF2-40B4-BE49-F238E27FC236}">
                  <a16:creationId xmlns:a16="http://schemas.microsoft.com/office/drawing/2014/main" id="{1228C7D7-302D-8BF4-40F3-2198A34A1706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</p:grpSpPr>
          <p:sp>
            <p:nvSpPr>
              <p:cNvPr id="45" name="Google Shape;3292;p302">
                <a:extLst>
                  <a:ext uri="{FF2B5EF4-FFF2-40B4-BE49-F238E27FC236}">
                    <a16:creationId xmlns:a16="http://schemas.microsoft.com/office/drawing/2014/main" id="{4D1CF82F-5FEA-A5E0-F5D9-06B4282FEDBD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3293;p302">
                <a:extLst>
                  <a:ext uri="{FF2B5EF4-FFF2-40B4-BE49-F238E27FC236}">
                    <a16:creationId xmlns:a16="http://schemas.microsoft.com/office/drawing/2014/main" id="{261E919E-8C5C-346E-3A3A-80CA3831405D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3294;p302">
                <a:extLst>
                  <a:ext uri="{FF2B5EF4-FFF2-40B4-BE49-F238E27FC236}">
                    <a16:creationId xmlns:a16="http://schemas.microsoft.com/office/drawing/2014/main" id="{A5906B02-5CBC-A38F-2766-EF2ED178C32C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3295;p302">
                <a:extLst>
                  <a:ext uri="{FF2B5EF4-FFF2-40B4-BE49-F238E27FC236}">
                    <a16:creationId xmlns:a16="http://schemas.microsoft.com/office/drawing/2014/main" id="{3D0FFDE2-C4D1-6132-AB95-0CE93A09E489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3296;p302">
                <a:extLst>
                  <a:ext uri="{FF2B5EF4-FFF2-40B4-BE49-F238E27FC236}">
                    <a16:creationId xmlns:a16="http://schemas.microsoft.com/office/drawing/2014/main" id="{4D0ECDFC-F8CF-0CE6-B244-39D951BB3FB8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3297;p302">
                <a:extLst>
                  <a:ext uri="{FF2B5EF4-FFF2-40B4-BE49-F238E27FC236}">
                    <a16:creationId xmlns:a16="http://schemas.microsoft.com/office/drawing/2014/main" id="{58A881FF-4970-42A4-9399-2CEDB8FA6C47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3298;p302">
                <a:extLst>
                  <a:ext uri="{FF2B5EF4-FFF2-40B4-BE49-F238E27FC236}">
                    <a16:creationId xmlns:a16="http://schemas.microsoft.com/office/drawing/2014/main" id="{755654B2-348C-5905-0508-FE6AA36BAA17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3299;p302">
                <a:extLst>
                  <a:ext uri="{FF2B5EF4-FFF2-40B4-BE49-F238E27FC236}">
                    <a16:creationId xmlns:a16="http://schemas.microsoft.com/office/drawing/2014/main" id="{B35FF33C-66A4-7C6F-603A-B0231CC1BF21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3300;p302">
                <a:extLst>
                  <a:ext uri="{FF2B5EF4-FFF2-40B4-BE49-F238E27FC236}">
                    <a16:creationId xmlns:a16="http://schemas.microsoft.com/office/drawing/2014/main" id="{C3BFEB6F-DBCB-5485-AD52-B12BBDB15890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3301;p302">
                <a:extLst>
                  <a:ext uri="{FF2B5EF4-FFF2-40B4-BE49-F238E27FC236}">
                    <a16:creationId xmlns:a16="http://schemas.microsoft.com/office/drawing/2014/main" id="{ED66DBCE-A0FE-B4B9-F7A3-75143EC0FD24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7" name="Google Shape;3807;p335" title="diagrama (1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637" y="644250"/>
            <a:ext cx="7057026" cy="548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8" name="Google Shape;3808;p335"/>
          <p:cNvSpPr txBox="1"/>
          <p:nvPr/>
        </p:nvSpPr>
        <p:spPr>
          <a:xfrm>
            <a:off x="5583962" y="6125200"/>
            <a:ext cx="4804376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Poppins"/>
                <a:ea typeface="Poppins"/>
                <a:cs typeface="Poppins"/>
                <a:sym typeface="Poppins"/>
              </a:rPr>
              <a:t>Produzido pela SEDUC-SP com apoio da ferramenta ChatGPT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3" name="Google Shape;3813;p336"/>
          <p:cNvSpPr txBox="1">
            <a:spLocks noGrp="1"/>
          </p:cNvSpPr>
          <p:nvPr>
            <p:ph type="body" idx="1"/>
          </p:nvPr>
        </p:nvSpPr>
        <p:spPr>
          <a:xfrm>
            <a:off x="5655513" y="1612085"/>
            <a:ext cx="5864042" cy="2893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/>
              <a:t>Execute seu programa no Python Tutor e acompanhe, passo a passo, como a lista de produtos é armazenada e modificada durante a execução do sistema:</a:t>
            </a:r>
            <a:endParaRPr lang="pt-BR" sz="18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/>
              <a:t>PYTHON TUTOR. </a:t>
            </a:r>
            <a:r>
              <a:rPr lang="en-US" sz="1800" dirty="0"/>
              <a:t>Visualize code execution</a:t>
            </a:r>
          </a:p>
          <a:p>
            <a:pPr marL="0" lv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en-US" sz="1800" dirty="0"/>
              <a:t>for Python, Java, C, C++, and JavaScript. </a:t>
            </a:r>
            <a:r>
              <a:rPr lang="pt-BR" sz="1800" dirty="0"/>
              <a:t>Disponível em: . </a:t>
            </a:r>
            <a:r>
              <a:rPr lang="pt-BR" sz="1800" u="sng" dirty="0">
                <a:solidFill>
                  <a:schemeClr val="hlink"/>
                </a:solidFill>
                <a:hlinkClick r:id="rId3"/>
              </a:rPr>
              <a:t>https://pythontutor.com/</a:t>
            </a:r>
            <a:r>
              <a:rPr lang="pt-BR" sz="1800" u="sng" dirty="0">
                <a:solidFill>
                  <a:schemeClr val="hlink"/>
                </a:solidFill>
              </a:rPr>
              <a:t>.</a:t>
            </a:r>
            <a:r>
              <a:rPr lang="pt-BR" sz="1800" dirty="0"/>
              <a:t> </a:t>
            </a:r>
            <a:br>
              <a:rPr lang="pt-BR" sz="1800" dirty="0"/>
            </a:br>
            <a:r>
              <a:rPr lang="en-US" sz="1800" dirty="0" err="1"/>
              <a:t>Acesso</a:t>
            </a:r>
            <a:r>
              <a:rPr lang="en-US" sz="1800" dirty="0"/>
              <a:t> </a:t>
            </a:r>
            <a:r>
              <a:rPr lang="en-US" sz="1800" dirty="0" err="1"/>
              <a:t>em</a:t>
            </a:r>
            <a:r>
              <a:rPr lang="en-US" sz="1800" dirty="0"/>
              <a:t>: 12 ago. 2026. </a:t>
            </a:r>
            <a:endParaRPr sz="1800" b="1" dirty="0"/>
          </a:p>
        </p:txBody>
      </p:sp>
      <p:sp>
        <p:nvSpPr>
          <p:cNvPr id="3814" name="Google Shape;3814;p336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" name="Google Shape;3819;p337"/>
          <p:cNvSpPr txBox="1">
            <a:spLocks noGrp="1"/>
          </p:cNvSpPr>
          <p:nvPr>
            <p:ph type="body" idx="1"/>
          </p:nvPr>
        </p:nvSpPr>
        <p:spPr>
          <a:xfrm>
            <a:off x="555150" y="1598105"/>
            <a:ext cx="11081700" cy="3388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dirty="0"/>
              <a:t>MATTHES, Eric. Curso intensivo de Python: uma introdução prática e baseada em projetos à programação. </a:t>
            </a:r>
            <a:r>
              <a:rPr lang="pt-BR" dirty="0" err="1"/>
              <a:t>Novatec</a:t>
            </a:r>
            <a:r>
              <a:rPr lang="pt-BR" dirty="0"/>
              <a:t> Editora, 2016.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PYTHON SOFTWARE FOUNDATION. Mais ferramentas de controle de fluxo. Documentação Python 3. Disponível em: 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https://docs.python.org/</a:t>
            </a:r>
            <a:r>
              <a:rPr lang="pt-BR" u="sng" dirty="0" err="1">
                <a:solidFill>
                  <a:schemeClr val="hlink"/>
                </a:solidFill>
                <a:hlinkClick r:id="rId3"/>
              </a:rPr>
              <a:t>pt-br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/3/tutorial/controlflow.html</a:t>
            </a:r>
            <a:r>
              <a:rPr lang="pt-BR" dirty="0"/>
              <a:t>. Acesso em: 4 ago. 2026.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Python Tutor - Visualize Python, Java, C, C++, </a:t>
            </a:r>
            <a:r>
              <a:rPr lang="pt-BR" dirty="0" err="1"/>
              <a:t>JavaScript</a:t>
            </a:r>
            <a:r>
              <a:rPr lang="pt-BR" dirty="0"/>
              <a:t>, </a:t>
            </a:r>
            <a:r>
              <a:rPr lang="pt-BR" dirty="0" err="1"/>
              <a:t>TypeScript</a:t>
            </a:r>
            <a:r>
              <a:rPr lang="pt-BR" dirty="0"/>
              <a:t>, </a:t>
            </a:r>
            <a:r>
              <a:rPr lang="pt-BR" dirty="0" err="1"/>
              <a:t>and</a:t>
            </a:r>
            <a:r>
              <a:rPr lang="pt-BR" dirty="0"/>
              <a:t> Ruby code </a:t>
            </a:r>
            <a:r>
              <a:rPr lang="pt-BR" dirty="0" err="1"/>
              <a:t>execution</a:t>
            </a:r>
            <a:r>
              <a:rPr lang="pt-BR" dirty="0"/>
              <a:t>. pythontutor.com. [</a:t>
            </a:r>
            <a:r>
              <a:rPr lang="pt-BR" dirty="0" err="1"/>
              <a:t>S.l</a:t>
            </a:r>
            <a:r>
              <a:rPr lang="pt-BR" dirty="0"/>
              <a:t>.: S.n.]. Disponível em: 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https://pythontutor.com/</a:t>
            </a:r>
            <a:r>
              <a:rPr lang="pt-BR" dirty="0"/>
              <a:t>. Acesso em: 7 ago. 2026.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 err="1"/>
              <a:t>VisuAlgo</a:t>
            </a:r>
            <a:r>
              <a:rPr lang="pt-BR" dirty="0"/>
              <a:t> - </a:t>
            </a:r>
            <a:r>
              <a:rPr lang="pt-BR" dirty="0" err="1"/>
              <a:t>Linked</a:t>
            </a:r>
            <a:r>
              <a:rPr lang="pt-BR" dirty="0"/>
              <a:t> </a:t>
            </a:r>
            <a:r>
              <a:rPr lang="pt-BR" dirty="0" err="1"/>
              <a:t>List</a:t>
            </a:r>
            <a:r>
              <a:rPr lang="pt-BR" dirty="0"/>
              <a:t> (Single, </a:t>
            </a:r>
            <a:r>
              <a:rPr lang="pt-BR" dirty="0" err="1"/>
              <a:t>Doubly</a:t>
            </a:r>
            <a:r>
              <a:rPr lang="pt-BR" dirty="0"/>
              <a:t>), Stack, </a:t>
            </a:r>
            <a:r>
              <a:rPr lang="pt-BR" dirty="0" err="1"/>
              <a:t>Queue</a:t>
            </a:r>
            <a:r>
              <a:rPr lang="pt-BR" dirty="0"/>
              <a:t>, Deque. Visualgo.net. [</a:t>
            </a:r>
            <a:r>
              <a:rPr lang="pt-BR" dirty="0" err="1"/>
              <a:t>S.l</a:t>
            </a:r>
            <a:r>
              <a:rPr lang="pt-BR" dirty="0"/>
              <a:t>.: S.n.]. Disponível em: </a:t>
            </a:r>
            <a:r>
              <a:rPr lang="pt-BR" u="sng" dirty="0">
                <a:solidFill>
                  <a:schemeClr val="hlink"/>
                </a:solidFill>
                <a:hlinkClick r:id="rId5"/>
              </a:rPr>
              <a:t>https://visualgo.net/</a:t>
            </a:r>
            <a:r>
              <a:rPr lang="pt-BR" u="sng" dirty="0" err="1">
                <a:solidFill>
                  <a:schemeClr val="hlink"/>
                </a:solidFill>
                <a:hlinkClick r:id="rId5"/>
              </a:rPr>
              <a:t>en</a:t>
            </a:r>
            <a:r>
              <a:rPr lang="pt-BR" u="sng" dirty="0">
                <a:solidFill>
                  <a:schemeClr val="hlink"/>
                </a:solidFill>
                <a:hlinkClick r:id="rId5"/>
              </a:rPr>
              <a:t>/</a:t>
            </a:r>
            <a:r>
              <a:rPr lang="pt-BR" u="sng" dirty="0" err="1">
                <a:solidFill>
                  <a:schemeClr val="hlink"/>
                </a:solidFill>
                <a:hlinkClick r:id="rId5"/>
              </a:rPr>
              <a:t>list</a:t>
            </a:r>
            <a:r>
              <a:rPr lang="pt-BR" dirty="0"/>
              <a:t>. Acesso em: 7 ago. 2026.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Identidade visual: imagens © Getty Images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8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1" name="Google Shape;3831;p339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34" name="Google Shape;3834;p339"/>
          <p:cNvCxnSpPr>
            <a:cxnSpLocks/>
          </p:cNvCxnSpPr>
          <p:nvPr/>
        </p:nvCxnSpPr>
        <p:spPr>
          <a:xfrm flipV="1">
            <a:off x="690891" y="1007532"/>
            <a:ext cx="0" cy="354212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32" name="Google Shape;3832;p339"/>
          <p:cNvSpPr txBox="1"/>
          <p:nvPr/>
        </p:nvSpPr>
        <p:spPr>
          <a:xfrm>
            <a:off x="955053" y="769850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6</a:t>
            </a:r>
            <a:endParaRPr dirty="0"/>
          </a:p>
        </p:txBody>
      </p:sp>
      <p:sp>
        <p:nvSpPr>
          <p:cNvPr id="3833" name="Google Shape;3833;p339"/>
          <p:cNvSpPr txBox="1"/>
          <p:nvPr/>
        </p:nvSpPr>
        <p:spPr>
          <a:xfrm>
            <a:off x="985519" y="1472985"/>
            <a:ext cx="10711189" cy="283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</a:t>
            </a:r>
            <a:r>
              <a:rPr lang="pt-BR" sz="1000" b="1" i="0" u="none" strike="noStrike" cap="none" dirty="0">
                <a:solidFill>
                  <a:srgbClr val="000000"/>
                </a:solidFill>
                <a:ea typeface="Poppins"/>
              </a:rPr>
              <a:t>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Colocando em prática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. Utilize o roteiro da atividade prática para conduzir a evolução do sistema da Papelaria Ponto Certo. Oriente os estudantes a implementar cada melhoria na sequência proposta, executando o programa após cada alteração para validar seu funcionamento antes de prosseguir.</a:t>
            </a: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47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incentive os estudantes a trabalhar sobre o mesmo projeto desenvolvido nas aulas anteriores, preservando as funcionalidades já implementadas. Circule pela sala para apoiar a identificação de erros e estimule os alunos a analisar as mensagens exibidas no terminal antes de realizar novas modificações. Ao final da atividade, lembre-os de enviar individualmente o arquivo .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py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atualizado no AVA como registro da aula.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cada missão como uma etapa de evolução da primeira versão do sistema. Oriente os estudantes a implementar a listagem de produtos, aprimorar a apresentação das informações, tratar a situação de lista vazia e exibir o total de produtos cadastrados. Para os grupos que concluírem antes, proponha a implementação de uma melhoria adicional, como inserir ou remover produtos da lista.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disponível no roteiro de atividade prática do professor. </a:t>
            </a: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Espera-se que os estudantes integrem corretamente a função de listagem ao menu, apresentem os produtos de forma organizada, tratem adequadamente a lista vazia e validem todas as alterações por meio de testes. Ao final da atividade, o sistema deve reunir cadastro, consulta e listagem de produtos em um único programa funcional, registrando essa versão por meio do envio do arquivo .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py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no AVA.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836" name="Google Shape;3836;p339"/>
          <p:cNvGrpSpPr/>
          <p:nvPr/>
        </p:nvGrpSpPr>
        <p:grpSpPr>
          <a:xfrm>
            <a:off x="495291" y="1428957"/>
            <a:ext cx="386100" cy="382500"/>
            <a:chOff x="497841" y="1318604"/>
            <a:chExt cx="386100" cy="382500"/>
          </a:xfrm>
        </p:grpSpPr>
        <p:sp>
          <p:nvSpPr>
            <p:cNvPr id="3837" name="Google Shape;3837;p339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8" name="Google Shape;3838;p339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39" name="Google Shape;3839;p339"/>
          <p:cNvGrpSpPr/>
          <p:nvPr/>
        </p:nvGrpSpPr>
        <p:grpSpPr>
          <a:xfrm>
            <a:off x="495291" y="2364657"/>
            <a:ext cx="386100" cy="382500"/>
            <a:chOff x="497841" y="2265726"/>
            <a:chExt cx="386100" cy="382500"/>
          </a:xfrm>
        </p:grpSpPr>
        <p:sp>
          <p:nvSpPr>
            <p:cNvPr id="3840" name="Google Shape;3840;p339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1" name="Google Shape;3841;p339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2" name="Google Shape;3842;p339"/>
          <p:cNvGrpSpPr/>
          <p:nvPr/>
        </p:nvGrpSpPr>
        <p:grpSpPr>
          <a:xfrm>
            <a:off x="495291" y="1861321"/>
            <a:ext cx="386100" cy="382500"/>
            <a:chOff x="497841" y="1802325"/>
            <a:chExt cx="386100" cy="382500"/>
          </a:xfrm>
        </p:grpSpPr>
        <p:sp>
          <p:nvSpPr>
            <p:cNvPr id="3843" name="Google Shape;3843;p339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44" name="Google Shape;3844;p33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45" name="Google Shape;3845;p339"/>
          <p:cNvGrpSpPr/>
          <p:nvPr/>
        </p:nvGrpSpPr>
        <p:grpSpPr>
          <a:xfrm>
            <a:off x="495291" y="3007141"/>
            <a:ext cx="386100" cy="382500"/>
            <a:chOff x="497841" y="3037886"/>
            <a:chExt cx="386100" cy="382500"/>
          </a:xfrm>
        </p:grpSpPr>
        <p:sp>
          <p:nvSpPr>
            <p:cNvPr id="3846" name="Google Shape;3846;p339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47" name="Google Shape;3847;p339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48" name="Google Shape;3848;p339"/>
          <p:cNvGrpSpPr/>
          <p:nvPr/>
        </p:nvGrpSpPr>
        <p:grpSpPr>
          <a:xfrm>
            <a:off x="495291" y="3627991"/>
            <a:ext cx="386100" cy="382500"/>
            <a:chOff x="497841" y="3801694"/>
            <a:chExt cx="386100" cy="382500"/>
          </a:xfrm>
        </p:grpSpPr>
        <p:sp>
          <p:nvSpPr>
            <p:cNvPr id="3849" name="Google Shape;3849;p339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35" name="Google Shape;3835;p339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54">
          <a:extLst>
            <a:ext uri="{FF2B5EF4-FFF2-40B4-BE49-F238E27FC236}">
              <a16:creationId xmlns:a16="http://schemas.microsoft.com/office/drawing/2014/main" id="{5DF4CD76-8AD0-4D67-4180-7100D8548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09;p52">
            <a:extLst>
              <a:ext uri="{FF2B5EF4-FFF2-40B4-BE49-F238E27FC236}">
                <a16:creationId xmlns:a16="http://schemas.microsoft.com/office/drawing/2014/main" id="{C6D15436-B20B-B23B-3C60-A08862DA89DE}"/>
              </a:ext>
            </a:extLst>
          </p:cNvPr>
          <p:cNvSpPr/>
          <p:nvPr/>
        </p:nvSpPr>
        <p:spPr>
          <a:xfrm>
            <a:off x="0" y="666839"/>
            <a:ext cx="12192000" cy="493058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37;p54">
            <a:extLst>
              <a:ext uri="{FF2B5EF4-FFF2-40B4-BE49-F238E27FC236}">
                <a16:creationId xmlns:a16="http://schemas.microsoft.com/office/drawing/2014/main" id="{92BD22FF-F158-433B-0A81-999C0EB2BEB0}"/>
              </a:ext>
            </a:extLst>
          </p:cNvPr>
          <p:cNvSpPr/>
          <p:nvPr/>
        </p:nvSpPr>
        <p:spPr>
          <a:xfrm>
            <a:off x="0" y="4821383"/>
            <a:ext cx="12192000" cy="493059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Google Shape;1739;p54">
            <a:extLst>
              <a:ext uri="{FF2B5EF4-FFF2-40B4-BE49-F238E27FC236}">
                <a16:creationId xmlns:a16="http://schemas.microsoft.com/office/drawing/2014/main" id="{F70F1062-F71E-A8B1-141A-39F54D276911}"/>
              </a:ext>
            </a:extLst>
          </p:cNvPr>
          <p:cNvCxnSpPr>
            <a:cxnSpLocks/>
          </p:cNvCxnSpPr>
          <p:nvPr/>
        </p:nvCxnSpPr>
        <p:spPr>
          <a:xfrm flipV="1">
            <a:off x="683554" y="5106884"/>
            <a:ext cx="0" cy="147302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" name="Conector Reto 6">
            <a:extLst>
              <a:ext uri="{FF2B5EF4-FFF2-40B4-BE49-F238E27FC236}">
                <a16:creationId xmlns:a16="http://schemas.microsoft.com/office/drawing/2014/main" id="{E7651CC4-864B-CD24-0094-8D7A8078098D}"/>
              </a:ext>
            </a:extLst>
          </p:cNvPr>
          <p:cNvCxnSpPr>
            <a:cxnSpLocks/>
          </p:cNvCxnSpPr>
          <p:nvPr/>
        </p:nvCxnSpPr>
        <p:spPr>
          <a:xfrm flipV="1">
            <a:off x="683554" y="931074"/>
            <a:ext cx="0" cy="3752022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4A0FE6EA-717A-DF3B-E605-DCFF3827A13C}"/>
              </a:ext>
            </a:extLst>
          </p:cNvPr>
          <p:cNvSpPr txBox="1"/>
          <p:nvPr/>
        </p:nvSpPr>
        <p:spPr>
          <a:xfrm>
            <a:off x="985520" y="663122"/>
            <a:ext cx="5923280" cy="48289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Slide 7</a:t>
            </a:r>
            <a:endParaRPr lang="pt-BR" sz="32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Google Shape;1740;p54">
            <a:extLst>
              <a:ext uri="{FF2B5EF4-FFF2-40B4-BE49-F238E27FC236}">
                <a16:creationId xmlns:a16="http://schemas.microsoft.com/office/drawing/2014/main" id="{C4FD3620-B08D-6E9A-5BF1-3003C9745C96}"/>
              </a:ext>
            </a:extLst>
          </p:cNvPr>
          <p:cNvSpPr/>
          <p:nvPr/>
        </p:nvSpPr>
        <p:spPr>
          <a:xfrm>
            <a:off x="492761" y="5397191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741;p54">
            <a:extLst>
              <a:ext uri="{FF2B5EF4-FFF2-40B4-BE49-F238E27FC236}">
                <a16:creationId xmlns:a16="http://schemas.microsoft.com/office/drawing/2014/main" id="{8A1A689E-DA4B-534B-4F1C-8FA1CEA28018}"/>
              </a:ext>
            </a:extLst>
          </p:cNvPr>
          <p:cNvSpPr txBox="1"/>
          <p:nvPr/>
        </p:nvSpPr>
        <p:spPr>
          <a:xfrm>
            <a:off x="970280" y="4811755"/>
            <a:ext cx="5923280" cy="61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Slide 8</a:t>
            </a:r>
            <a:endParaRPr dirty="0"/>
          </a:p>
        </p:txBody>
      </p:sp>
      <p:sp>
        <p:nvSpPr>
          <p:cNvPr id="20" name="Google Shape;1743;p54">
            <a:extLst>
              <a:ext uri="{FF2B5EF4-FFF2-40B4-BE49-F238E27FC236}">
                <a16:creationId xmlns:a16="http://schemas.microsoft.com/office/drawing/2014/main" id="{5C5710AE-4BD6-AF44-D235-AA71B3F50E37}"/>
              </a:ext>
            </a:extLst>
          </p:cNvPr>
          <p:cNvSpPr/>
          <p:nvPr/>
        </p:nvSpPr>
        <p:spPr>
          <a:xfrm>
            <a:off x="492761" y="5948530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749;p54">
            <a:extLst>
              <a:ext uri="{FF2B5EF4-FFF2-40B4-BE49-F238E27FC236}">
                <a16:creationId xmlns:a16="http://schemas.microsoft.com/office/drawing/2014/main" id="{94224ED0-5D2C-86CA-DC75-9708B0D3C348}"/>
              </a:ext>
            </a:extLst>
          </p:cNvPr>
          <p:cNvSpPr/>
          <p:nvPr/>
        </p:nvSpPr>
        <p:spPr>
          <a:xfrm>
            <a:off x="569898" y="5501058"/>
            <a:ext cx="237236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1751;p54">
            <a:extLst>
              <a:ext uri="{FF2B5EF4-FFF2-40B4-BE49-F238E27FC236}">
                <a16:creationId xmlns:a16="http://schemas.microsoft.com/office/drawing/2014/main" id="{1380437E-D54B-5869-F49F-520B568FEA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578" y="6036634"/>
            <a:ext cx="154445" cy="19305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260;p25">
            <a:extLst>
              <a:ext uri="{FF2B5EF4-FFF2-40B4-BE49-F238E27FC236}">
                <a16:creationId xmlns:a16="http://schemas.microsoft.com/office/drawing/2014/main" id="{DF221FC4-63A2-045E-B7D0-D7D0E2B12377}"/>
              </a:ext>
            </a:extLst>
          </p:cNvPr>
          <p:cNvSpPr txBox="1"/>
          <p:nvPr/>
        </p:nvSpPr>
        <p:spPr>
          <a:xfrm>
            <a:off x="992497" y="5453411"/>
            <a:ext cx="10251300" cy="83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r>
              <a:rPr lang="pt-BR" sz="1000" b="1" i="0" u="none" strike="noStrike" cap="none" dirty="0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Orientações: </a:t>
            </a:r>
            <a:r>
              <a:rPr lang="pt-BR" sz="1000" dirty="0">
                <a:latin typeface="Poppins" pitchFamily="2" charset="77"/>
                <a:cs typeface="Poppins" pitchFamily="2" charset="77"/>
              </a:rPr>
              <a:t>a seção </a:t>
            </a:r>
            <a:r>
              <a:rPr lang="pt-BR" sz="1000" b="1" dirty="0">
                <a:latin typeface="Poppins" pitchFamily="2" charset="77"/>
                <a:cs typeface="Poppins" pitchFamily="2" charset="77"/>
              </a:rPr>
              <a:t>Saiba mais </a:t>
            </a:r>
            <a:r>
              <a:rPr lang="pt-BR" sz="1000" dirty="0">
                <a:latin typeface="Poppins" pitchFamily="2" charset="77"/>
                <a:cs typeface="Poppins" pitchFamily="2" charset="77"/>
              </a:rPr>
              <a:t>apresenta recursos extraclasse para que os estudantes complementem sua formação. Incentive-os a continuar explorando o tema da aula.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Tempo previsto: </a:t>
            </a:r>
            <a:r>
              <a:rPr lang="pt-BR" sz="1000" dirty="0">
                <a:latin typeface="Poppins" pitchFamily="2" charset="77"/>
                <a:ea typeface="Poppins"/>
                <a:cs typeface="Poppins" pitchFamily="2" charset="77"/>
                <a:sym typeface="Poppins"/>
              </a:rPr>
              <a:t>1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minuto.</a:t>
            </a:r>
            <a:endParaRPr sz="1000" b="1" i="0" u="none" strike="noStrike" cap="none" dirty="0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  <p:sp>
        <p:nvSpPr>
          <p:cNvPr id="25" name="Oval 8">
            <a:extLst>
              <a:ext uri="{FF2B5EF4-FFF2-40B4-BE49-F238E27FC236}">
                <a16:creationId xmlns:a16="http://schemas.microsoft.com/office/drawing/2014/main" id="{A39AB53C-08FD-B9B9-9F58-003E1D2D25C2}"/>
              </a:ext>
            </a:extLst>
          </p:cNvPr>
          <p:cNvSpPr/>
          <p:nvPr/>
        </p:nvSpPr>
        <p:spPr>
          <a:xfrm>
            <a:off x="497841" y="4027575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6" name="Oval 9">
            <a:extLst>
              <a:ext uri="{FF2B5EF4-FFF2-40B4-BE49-F238E27FC236}">
                <a16:creationId xmlns:a16="http://schemas.microsoft.com/office/drawing/2014/main" id="{7FAAD421-2E48-7764-D509-9ADE36D94125}"/>
              </a:ext>
            </a:extLst>
          </p:cNvPr>
          <p:cNvSpPr/>
          <p:nvPr/>
        </p:nvSpPr>
        <p:spPr>
          <a:xfrm>
            <a:off x="497841" y="3083450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7" name="Oval 10">
            <a:extLst>
              <a:ext uri="{FF2B5EF4-FFF2-40B4-BE49-F238E27FC236}">
                <a16:creationId xmlns:a16="http://schemas.microsoft.com/office/drawing/2014/main" id="{657416E7-5346-5574-0FD5-B84DC3732EE0}"/>
              </a:ext>
            </a:extLst>
          </p:cNvPr>
          <p:cNvSpPr/>
          <p:nvPr/>
        </p:nvSpPr>
        <p:spPr>
          <a:xfrm>
            <a:off x="497841" y="2405301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8" name="Oval 11">
            <a:extLst>
              <a:ext uri="{FF2B5EF4-FFF2-40B4-BE49-F238E27FC236}">
                <a16:creationId xmlns:a16="http://schemas.microsoft.com/office/drawing/2014/main" id="{C7201B4F-78F3-2005-879A-1CC310A1985D}"/>
              </a:ext>
            </a:extLst>
          </p:cNvPr>
          <p:cNvSpPr/>
          <p:nvPr/>
        </p:nvSpPr>
        <p:spPr>
          <a:xfrm>
            <a:off x="497841" y="1890557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9" name="Oval 12">
            <a:extLst>
              <a:ext uri="{FF2B5EF4-FFF2-40B4-BE49-F238E27FC236}">
                <a16:creationId xmlns:a16="http://schemas.microsoft.com/office/drawing/2014/main" id="{F510D6CD-9F88-523A-3FD1-597449BDA13F}"/>
              </a:ext>
            </a:extLst>
          </p:cNvPr>
          <p:cNvSpPr/>
          <p:nvPr/>
        </p:nvSpPr>
        <p:spPr>
          <a:xfrm>
            <a:off x="497841" y="1283109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30" name="Google Shape;2216;p100">
            <a:extLst>
              <a:ext uri="{FF2B5EF4-FFF2-40B4-BE49-F238E27FC236}">
                <a16:creationId xmlns:a16="http://schemas.microsoft.com/office/drawing/2014/main" id="{C1F88BF9-F8D2-7187-46CB-F77EE1D1431B}"/>
              </a:ext>
            </a:extLst>
          </p:cNvPr>
          <p:cNvSpPr/>
          <p:nvPr/>
        </p:nvSpPr>
        <p:spPr>
          <a:xfrm>
            <a:off x="569897" y="1381664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9B530415-5775-B648-5255-CC458D5F08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865" y="1986676"/>
            <a:ext cx="156858" cy="188229"/>
          </a:xfrm>
          <a:prstGeom prst="rect">
            <a:avLst/>
          </a:prstGeom>
        </p:spPr>
      </p:pic>
      <p:sp>
        <p:nvSpPr>
          <p:cNvPr id="32" name="Google Shape;2223;p100">
            <a:extLst>
              <a:ext uri="{FF2B5EF4-FFF2-40B4-BE49-F238E27FC236}">
                <a16:creationId xmlns:a16="http://schemas.microsoft.com/office/drawing/2014/main" id="{30A710F4-500C-2E2E-3B27-70FD398491B7}"/>
              </a:ext>
            </a:extLst>
          </p:cNvPr>
          <p:cNvSpPr>
            <a:spLocks/>
          </p:cNvSpPr>
          <p:nvPr/>
        </p:nvSpPr>
        <p:spPr>
          <a:xfrm>
            <a:off x="566852" y="2483731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ráfico 32">
            <a:extLst>
              <a:ext uri="{FF2B5EF4-FFF2-40B4-BE49-F238E27FC236}">
                <a16:creationId xmlns:a16="http://schemas.microsoft.com/office/drawing/2014/main" id="{F5A6E9B8-4114-FB2F-4AA0-B01BFB1365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906" y="3153905"/>
            <a:ext cx="235296" cy="240643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2B96282B-BDEB-E54D-0178-8432B15E45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782" y="4081695"/>
            <a:ext cx="208026" cy="266700"/>
          </a:xfrm>
          <a:prstGeom prst="rect">
            <a:avLst/>
          </a:prstGeom>
        </p:spPr>
      </p:pic>
      <p:sp>
        <p:nvSpPr>
          <p:cNvPr id="35" name="CaixaDeTexto 3">
            <a:extLst>
              <a:ext uri="{FF2B5EF4-FFF2-40B4-BE49-F238E27FC236}">
                <a16:creationId xmlns:a16="http://schemas.microsoft.com/office/drawing/2014/main" id="{5AB60C63-76FC-A534-C6BD-F8B591CC978F}"/>
              </a:ext>
            </a:extLst>
          </p:cNvPr>
          <p:cNvSpPr txBox="1"/>
          <p:nvPr/>
        </p:nvSpPr>
        <p:spPr>
          <a:xfrm>
            <a:off x="999415" y="1327242"/>
            <a:ext cx="10876724" cy="3139321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Orientações: </a:t>
            </a:r>
          </a:p>
          <a:p>
            <a:pPr lvl="0">
              <a:buSzPts val="1000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 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 que nós aprendemos hoje?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tem o objetivo de reforçar e esclarecer os principais conceitos discutidos, incentivando os estudantes a recordar e articular os principais pontos da aula.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2 minutos.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Mantenha um tom positivo e construtivo, reforçando o aprendizado.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Dê explicações diretas e objetivas para manter a atividade dentro do tempo estipulado.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Engaje os estudantes rapidamente, pedindo confirmações ou reações breves às definições apresentadas.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Explique aos estudantes que esse é um momento de reflexão e esclarecimento sobre os conceitos abordados na aula.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Informe que será feita uma rápida revisão para assegurar o entendimento correto das definições e dos conceitos.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o slide com os principais tópicos da aula. E retome rapidamente os conceitos representados no esquema, reiterando a importância de cada um deles e como eles se encaixam no contexto maior da aula e na vida profissional.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 que é esperado:</a:t>
            </a:r>
          </a:p>
          <a:p>
            <a:pPr lvl="0">
              <a:buSzPts val="1000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Os estudantes devem sair da aula com um entendimento claro e preciso dos conceitos principais. </a:t>
            </a:r>
          </a:p>
        </p:txBody>
      </p:sp>
    </p:spTree>
    <p:extLst>
      <p:ext uri="{BB962C8B-B14F-4D97-AF65-F5344CB8AC3E}">
        <p14:creationId xmlns:p14="http://schemas.microsoft.com/office/powerpoint/2010/main" val="2884949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1022</Words>
  <Application>Microsoft Office PowerPoint</Application>
  <PresentationFormat>Ecrã Panorâmico</PresentationFormat>
  <Paragraphs>101</Paragraphs>
  <Slides>13</Slides>
  <Notes>13</Notes>
  <HiddenSlides>3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dos diapositivos</vt:lpstr>
      </vt:variant>
      <vt:variant>
        <vt:i4>13</vt:i4>
      </vt:variant>
    </vt:vector>
  </HeadingPairs>
  <TitlesOfParts>
    <vt:vector size="21" baseType="lpstr">
      <vt:lpstr>Calibri</vt:lpstr>
      <vt:lpstr>Poppins Light</vt:lpstr>
      <vt:lpstr>Poppins</vt:lpstr>
      <vt:lpstr>Poppins Medium</vt:lpstr>
      <vt:lpstr>Arial</vt:lpstr>
      <vt:lpstr>Office Theme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Gustavo Henrique da Silva Oliveira</cp:lastModifiedBy>
  <cp:revision>97</cp:revision>
  <dcterms:modified xsi:type="dcterms:W3CDTF">2026-08-27T18:18:23Z</dcterms:modified>
</cp:coreProperties>
</file>