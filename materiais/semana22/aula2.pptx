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2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3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09" r:id="rId3"/>
    <p:sldMasterId id="2147483910" r:id="rId4"/>
  </p:sldMasterIdLst>
  <p:notesMasterIdLst>
    <p:notesMasterId r:id="rId26"/>
  </p:notesMasterIdLst>
  <p:sldIdLst>
    <p:sldId id="282" r:id="rId5"/>
    <p:sldId id="283" r:id="rId6"/>
    <p:sldId id="598" r:id="rId7"/>
    <p:sldId id="285" r:id="rId8"/>
    <p:sldId id="286" r:id="rId9"/>
    <p:sldId id="287" r:id="rId10"/>
    <p:sldId id="288" r:id="rId11"/>
    <p:sldId id="290" r:id="rId12"/>
    <p:sldId id="589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2" r:id="rId23"/>
    <p:sldId id="595" r:id="rId24"/>
    <p:sldId id="304" r:id="rId25"/>
  </p:sldIdLst>
  <p:sldSz cx="12192000" cy="6858000"/>
  <p:notesSz cx="6858000" cy="9144000"/>
  <p:embeddedFontLs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Light" panose="00000400000000000000" pitchFamily="2" charset="0"/>
      <p:regular r:id="rId31"/>
      <p:bold r:id="rId32"/>
      <p:italic r:id="rId33"/>
      <p:boldItalic r:id="rId34"/>
    </p:embeddedFont>
    <p:embeddedFont>
      <p:font typeface="Poppins Medium" panose="000006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2" id="{C9ED7BCB-408E-4393-8B57-29C94B88BF73}">
          <p14:sldIdLst>
            <p14:sldId id="282"/>
            <p14:sldId id="283"/>
            <p14:sldId id="598"/>
            <p14:sldId id="285"/>
            <p14:sldId id="286"/>
            <p14:sldId id="287"/>
            <p14:sldId id="288"/>
            <p14:sldId id="290"/>
            <p14:sldId id="589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595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AB8953-341E-EEA7-7B08-5C6D679DA487}" name="Lívia Rulli" initials="LR" userId="ea285effe7eb1ea7" providerId="Windows Live"/>
  <p188:author id="{8707A45E-4514-CAE5-3C40-E2CD3DAFA70C}" name="Isabel Cruz do amaral Pupo" initials="IC" userId="S::isabel_pupo@vanzolini-ead.org.br::8f4c32d8-231f-4630-ae3e-1dca2f05616d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B9AFF-AD06-4EFA-B624-D5E4A2544751}">
  <a:tblStyle styleId="{182B9AFF-AD06-4EFA-B624-D5E4A25447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8" autoAdjust="0"/>
    <p:restoredTop sz="88202" autoAdjust="0"/>
  </p:normalViewPr>
  <p:slideViewPr>
    <p:cSldViewPr snapToGrid="0">
      <p:cViewPr varScale="1">
        <p:scale>
          <a:sx n="94" d="100"/>
          <a:sy n="94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2" name="Google Shape;309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093" name="Google Shape;309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g3f3d59bc485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7" name="Google Shape;3097;g3f3d59bc48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08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Google Shape;3154;g3f3d59bc485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5" name="Google Shape;3155;g3f3d59bc4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g3f3d59bc485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4" name="Google Shape;3174;g3f3d59bc48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3f62be24d6d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3" name="Google Shape;3183;g3f62be24d6d_0_4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4" name="Google Shape;3184;g3f62be24d6d_0_4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g3f6976266d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2" name="Google Shape;3192;g3f6976266d6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3" name="Google Shape;3193;g3f6976266d6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Google Shape;3215;g3f62be24d6d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6" name="Google Shape;3216;g3f62be24d6d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7" name="Google Shape;3217;g3f62be24d6d_0_7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f62be24d6d_0_5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6" name="Google Shape;3246;g3f62be24d6d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Google Shape;3268;g3f62be24d6d_0_5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9" name="Google Shape;3269;g3f62be24d6d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3f6976266d6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6" name="Google Shape;3276;g3f6976266d6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3f62be24d6d_0_6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0" name="Google Shape;3320;g3f62be24d6d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g3f62be24d6d_0_6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327" name="Google Shape;3327;g3f62be24d6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g3f62be24d6d_0_6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3" name="Google Shape;3333;g3f62be24d6d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g3f62be24d6d_0_6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9" name="Google Shape;3339;g3f62be24d6d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g3f62be24d6d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5" name="Google Shape;3345;g3f62be24d6d_0_6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346" name="Google Shape;3346;g3f62be24d6d_0_6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g3f62be24d6d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0" name="Google Shape;3350;g3f62be24d6d_0_6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351" name="Google Shape;3351;g3f62be24d6d_0_6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g3f62be24d6d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7" name="Google Shape;3387;g3f62be24d6d_0_6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388" name="Google Shape;3388;g3f62be24d6d_0_6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>
          <a:extLst>
            <a:ext uri="{FF2B5EF4-FFF2-40B4-BE49-F238E27FC236}">
              <a16:creationId xmlns:a16="http://schemas.microsoft.com/office/drawing/2014/main" id="{18A9018B-17F7-4DCC-3518-6EDF4E02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>
            <a:extLst>
              <a:ext uri="{FF2B5EF4-FFF2-40B4-BE49-F238E27FC236}">
                <a16:creationId xmlns:a16="http://schemas.microsoft.com/office/drawing/2014/main" id="{CB2142F6-DB09-328A-7CE3-BAB68CA3C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>
            <a:extLst>
              <a:ext uri="{FF2B5EF4-FFF2-40B4-BE49-F238E27FC236}">
                <a16:creationId xmlns:a16="http://schemas.microsoft.com/office/drawing/2014/main" id="{504DC178-3263-A4FC-7E5D-7E6A8D92C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53" name="Google Shape;3053;g3ee235a11d4_0_4569:notes">
            <a:extLst>
              <a:ext uri="{FF2B5EF4-FFF2-40B4-BE49-F238E27FC236}">
                <a16:creationId xmlns:a16="http://schemas.microsoft.com/office/drawing/2014/main" id="{AAC6B083-50AF-5CF5-3D6E-74973A6CB7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382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3" name="Google Shape;344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444" name="Google Shape;3444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png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9.png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45466" y="885957"/>
            <a:ext cx="406743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92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1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862585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1" name="Google Shape;1211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/>
          </a:p>
        </p:txBody>
      </p:sp>
      <p:sp>
        <p:nvSpPr>
          <p:cNvPr id="1217" name="Google Shape;1217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/>
          </a:p>
        </p:txBody>
      </p:sp>
      <p:sp>
        <p:nvSpPr>
          <p:cNvPr id="1218" name="Google Shape;1218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3" name="Google Shape;1223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6" name="Google Shape;1226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8" name="Google Shape;1228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1234" name="Google Shape;1234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1235" name="Google Shape;1235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1236" name="Google Shape;1236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0" name="Google Shape;1240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2" name="Google Shape;1242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5" name="Google Shape;1245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49" name="Google Shape;1249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_Layout Personalizado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5" name="Google Shape;1255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8" name="Google Shape;1258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6" name="Google Shape;1266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7" name="Google Shape;1267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8" name="Google Shape;1268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9" name="Google Shape;1269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7" name="Google Shape;1277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5" name="Google Shape;1285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6" name="Google Shape;1286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7" name="Google Shape;1287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8" name="Google Shape;1288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9" name="Google Shape;1289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96" name="Google Shape;1296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1_1. Conteudo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8" name="Google Shape;1298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1306" name="Google Shape;1306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0" name="Google Shape;1310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1" name="Google Shape;1311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Google Shape;1313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8" name="Google Shape;1318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19" name="Google Shape;1319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0" name="Google Shape;1320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2" name="Google Shape;1322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6" name="Google Shape;1326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8" name="Google Shape;1328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29" name="Google Shape;1329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0" name="Google Shape;1330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1" name="Google Shape;1331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7" name="Google Shape;1337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0" name="Google Shape;1340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1" name="Google Shape;1341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4" name="Google Shape;1344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1. Conteudo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8" name="Google Shape;1348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Conteudo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0" name="Google Shape;1360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2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80" name="Google Shape;1380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3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1" name="Google Shape;1391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4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399" name="Google Shape;1399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0" name="Google Shape;1400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5"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6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3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13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3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3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8" name="Google Shape;1418;p13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9" name="Google Shape;1419;p13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3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2_Linha do Tempo1"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2" name="Google Shape;1422;p137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3" name="Google Shape;1423;p137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4" name="Google Shape;1424;p137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425" name="Google Shape;1425;p137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6" name="Google Shape;1426;p137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7" name="Google Shape;1427;p137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8" name="Google Shape;1428;p137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9" name="Google Shape;1429;p137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3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4" name="Google Shape;1434;p13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5" name="Google Shape;1435;p13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6" name="Google Shape;1436;p13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8" name="Google Shape;1438;p13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9" name="Google Shape;1439;p13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3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39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5" name="Google Shape;1445;p139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6" name="Google Shape;1446;p139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7" name="Google Shape;1447;p139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8" name="Google Shape;1448;p139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9" name="Google Shape;1449;p139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0" name="Google Shape;1450;p139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1" name="Google Shape;1451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40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7" name="Google Shape;1457;p140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8" name="Google Shape;1458;p140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9" name="Google Shape;1459;p140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0" name="Google Shape;1460;p140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1" name="Google Shape;1461;p140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2" name="Google Shape;1462;p140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3" name="Google Shape;1463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41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9" name="Google Shape;1469;p141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141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141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141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141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14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41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Atividade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43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43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2" name="Google Shape;1482;p143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3" name="Google Shape;1483;p143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43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 2"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6" name="Google Shape;1486;p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7" name="Google Shape;1487;p144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488" name="Google Shape;1488;p14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4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1" name="Google Shape;1491;p144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2" name="Google Shape;1492;p144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1_Atividade_Resposta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4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6" name="Google Shape;1496;p14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7" name="Google Shape;1497;p14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8" name="Google Shape;1498;p14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4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2" name="Google Shape;1502;p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14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4" name="Google Shape;1504;p14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5" name="Google Shape;1505;p14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6" name="Google Shape;1506;p14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7" name="Google Shape;1507;p14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8" name="Google Shape;1508;p14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9" name="Google Shape;1509;p14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1_Atividade_embranco"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12" name="Google Shape;1512;p14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4" name="Google Shape;1514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49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6" name="Google Shape;1516;p149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14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50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150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50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2" name="Google Shape;1522;p150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3" name="Google Shape;1523;p150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150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1525" name="Google Shape;1525;p150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6" name="Google Shape;1526;p150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1527" name="Google Shape;1527;p150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8" name="Google Shape;1528;p150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1529" name="Google Shape;1529;p150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0" name="Google Shape;1530;p150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1531" name="Google Shape;1531;p150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2" name="Google Shape;1532;p150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3" name="Google Shape;1533;p150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4" name="Google Shape;1534;p150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5" name="Google Shape;1535;p150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6" name="Google Shape;1536;p15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5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51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51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2" name="Google Shape;1542;p151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1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52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6" name="Google Shape;1546;p152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47" name="Google Shape;1547;p152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8" name="Google Shape;1548;p152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9" name="Google Shape;1549;p152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0" name="Google Shape;1550;p152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2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52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52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52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152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153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59" name="Google Shape;1559;p153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60" name="Google Shape;1560;p153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61" name="Google Shape;1561;p153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/>
          </a:p>
        </p:txBody>
      </p:sp>
      <p:sp>
        <p:nvSpPr>
          <p:cNvPr id="1562" name="Google Shape;1562;p153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153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3_Atividade_Seminario"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54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8" name="Google Shape;1568;p154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Google Shape;1570;p1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5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3" name="Google Shape;1573;p1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1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p1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9" name="Google Shape;1579;p15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0" name="Google Shape;1580;p15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1" name="Google Shape;1581;p1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4" name="Google Shape;1584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1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6" name="Google Shape;1586;p15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87" name="Google Shape;1587;p15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8" name="Google Shape;1588;p15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9" name="Google Shape;1589;p15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1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1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5" name="Google Shape;1595;p15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96" name="Google Shape;1596;p15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7" name="Google Shape;1597;p15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8" name="Google Shape;1598;p15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9" name="Google Shape;1599;p15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00" name="Google Shape;1600;p15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1" name="Google Shape;1601;p15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2" name="Google Shape;1602;p15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3" name="Google Shape;1603;p15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4" name="Google Shape;1604;p15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5" name="Google Shape;1605;p1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5">
    <p:bg>
      <p:bgPr>
        <a:solidFill>
          <a:schemeClr val="lt1"/>
        </a:solidFill>
        <a:effectLst/>
      </p:bgPr>
    </p:bg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0" name="Google Shape;1610;p15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1" name="Google Shape;1611;p15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2" name="Google Shape;1612;p15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3" name="Google Shape;1613;p15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4" name="Google Shape;1614;p15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15" name="Google Shape;1615;p15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6" name="Google Shape;1616;p15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7" name="Google Shape;1617;p15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8" name="Google Shape;1618;p15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9" name="Google Shape;1619;p15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0" name="Google Shape;1620;p1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1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5" name="Google Shape;1625;p16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26" name="Google Shape;1626;p16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7" name="Google Shape;1627;p16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8" name="Google Shape;1628;p16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9" name="Google Shape;1629;p16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0" name="Google Shape;1630;p16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1" name="Google Shape;1631;p16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2" name="Google Shape;1632;p16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3" name="Google Shape;1633;p16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4" name="Google Shape;1634;p16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5" name="Google Shape;1635;p16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36" name="Google Shape;1636;p16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7" name="Google Shape;1637;p16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16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Google Shape;1640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2" name="Google Shape;1642;p16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43" name="Google Shape;1643;p16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4" name="Google Shape;1644;p16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5" name="Google Shape;1645;p16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6" name="Google Shape;1646;p16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47" name="Google Shape;1647;p16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8" name="Google Shape;1648;p16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9" name="Google Shape;1649;p16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0" name="Google Shape;1650;p16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1" name="Google Shape;1651;p16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2" name="Google Shape;1652;p16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53" name="Google Shape;1653;p16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54" name="Google Shape;1654;p16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16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9" name="Google Shape;1659;p16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60" name="Google Shape;1660;p16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1" name="Google Shape;1661;p16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2" name="Google Shape;1662;p16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3" name="Google Shape;1663;p16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64" name="Google Shape;1664;p16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5" name="Google Shape;1665;p16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6" name="Google Shape;1666;p16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7" name="Google Shape;1667;p16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8" name="Google Shape;1668;p16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9" name="Google Shape;1669;p16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70" name="Google Shape;1670;p16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71" name="Google Shape;1671;p1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4" name="Google Shape;1674;p1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6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7" name="Google Shape;1677;p16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8" name="Google Shape;1678;p16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9" name="Google Shape;1679;p16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680" name="Google Shape;1680;p16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81" name="Google Shape;1681;p16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2" name="Google Shape;1682;p16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3" name="Google Shape;1683;p16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4" name="Google Shape;1684;p16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5" name="Google Shape;1685;p16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6" name="Google Shape;1686;p16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7" name="Google Shape;1687;p16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8" name="Google Shape;1688;p16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9" name="Google Shape;1689;p1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1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2" name="Google Shape;1692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6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6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6" name="Google Shape;1696;p16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16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9" name="Google Shape;1699;p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16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6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6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5" name="Google Shape;1705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6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08" name="Google Shape;1708;p16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6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12" name="Google Shape;1712;p16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6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5" name="Google Shape;1715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16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18" name="Google Shape;1718;p16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9" name="Google Shape;1719;p16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0" name="Google Shape;1720;p16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6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3" name="Google Shape;1723;p1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6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6" name="Google Shape;1726;p16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7" name="Google Shape;1727;p16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28" name="Google Shape;1728;p16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6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"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1" name="Google Shape;1731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Google Shape;1732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17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4" name="Google Shape;1734;p17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5" name="Google Shape;1735;p17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6" name="Google Shape;1736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7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9" name="Google Shape;1739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7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2" name="Google Shape;1742;p17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3" name="Google Shape;1743;p17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4" name="Google Shape;1744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 7">
    <p:bg>
      <p:bgPr>
        <a:solidFill>
          <a:srgbClr val="28566E"/>
        </a:solidFill>
        <a:effectLst/>
      </p:bgPr>
    </p:bg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7" name="Google Shape;1747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7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7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7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51" name="Google Shape;1751;p17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2" name="Google Shape;1752;p17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3" name="Google Shape;1753;p17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7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7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6" name="Google Shape;1756;p17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7" name="Google Shape;1757;p17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7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">
    <p:bg>
      <p:bgPr>
        <a:solidFill>
          <a:srgbClr val="28566E"/>
        </a:solidFill>
        <a:effectLst/>
      </p:bgPr>
    </p:bg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7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7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63" name="Google Shape;1763;p17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4" name="Google Shape;1764;p17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5" name="Google Shape;1765;p17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17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7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8" name="Google Shape;1768;p17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9" name="Google Shape;1769;p17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17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7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7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2">
    <p:bg>
      <p:bgPr>
        <a:solidFill>
          <a:srgbClr val="28566E"/>
        </a:solidFill>
        <a:effectLst/>
      </p:bgPr>
    </p:bg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4" name="Google Shape;1774;p1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" name="Google Shape;1775;p17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76" name="Google Shape;1776;p17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77" name="Google Shape;1777;p17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8" name="Google Shape;1778;p17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9" name="Google Shape;1779;p17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0" name="Google Shape;1780;p17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1" name="Google Shape;1781;p17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7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3">
    <p:bg>
      <p:bgPr>
        <a:solidFill>
          <a:srgbClr val="28566E"/>
        </a:solidFill>
        <a:effectLst/>
      </p:bgPr>
    </p:bg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4" name="Google Shape;1784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7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6" name="Google Shape;1786;p17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87" name="Google Shape;1787;p17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8" name="Google Shape;1788;p17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9" name="Google Shape;1789;p17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0" name="Google Shape;1790;p17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1" name="Google Shape;1791;p17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17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7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6" name="Google Shape;1796;p17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7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8" name="Google Shape;1798;p17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9" name="Google Shape;1799;p1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7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7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7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5" name="Google Shape;1805;p178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6" name="Google Shape;1806;p178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7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9" name="Google Shape;2599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0" name="Google Shape;2600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1" name="Google Shape;2601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2" name="Google Shape;2602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6" name="Google Shape;2606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7" name="Google Shape;2607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1" name="Google Shape;2611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59" Type="http://schemas.openxmlformats.org/officeDocument/2006/relationships/theme" Target="../theme/theme2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9.xml"/><Relationship Id="rId18" Type="http://schemas.openxmlformats.org/officeDocument/2006/relationships/slideLayout" Target="../slideLayouts/slideLayout134.xml"/><Relationship Id="rId26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55.xml"/><Relationship Id="rId21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50.xml"/><Relationship Id="rId42" Type="http://schemas.openxmlformats.org/officeDocument/2006/relationships/slideLayout" Target="../slideLayouts/slideLayout158.xml"/><Relationship Id="rId47" Type="http://schemas.openxmlformats.org/officeDocument/2006/relationships/slideLayout" Target="../slideLayouts/slideLayout163.xml"/><Relationship Id="rId50" Type="http://schemas.openxmlformats.org/officeDocument/2006/relationships/slideLayout" Target="../slideLayouts/slideLayout166.xml"/><Relationship Id="rId55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40.xml"/><Relationship Id="rId32" Type="http://schemas.openxmlformats.org/officeDocument/2006/relationships/slideLayout" Target="../slideLayouts/slideLayout148.xml"/><Relationship Id="rId37" Type="http://schemas.openxmlformats.org/officeDocument/2006/relationships/slideLayout" Target="../slideLayouts/slideLayout153.xml"/><Relationship Id="rId40" Type="http://schemas.openxmlformats.org/officeDocument/2006/relationships/slideLayout" Target="../slideLayouts/slideLayout156.xml"/><Relationship Id="rId45" Type="http://schemas.openxmlformats.org/officeDocument/2006/relationships/slideLayout" Target="../slideLayouts/slideLayout161.xml"/><Relationship Id="rId53" Type="http://schemas.openxmlformats.org/officeDocument/2006/relationships/slideLayout" Target="../slideLayouts/slideLayout169.xml"/><Relationship Id="rId58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130.xml"/><Relationship Id="rId22" Type="http://schemas.openxmlformats.org/officeDocument/2006/relationships/slideLayout" Target="../slideLayouts/slideLayout138.xml"/><Relationship Id="rId27" Type="http://schemas.openxmlformats.org/officeDocument/2006/relationships/slideLayout" Target="../slideLayouts/slideLayout143.xml"/><Relationship Id="rId30" Type="http://schemas.openxmlformats.org/officeDocument/2006/relationships/slideLayout" Target="../slideLayouts/slideLayout146.xml"/><Relationship Id="rId35" Type="http://schemas.openxmlformats.org/officeDocument/2006/relationships/slideLayout" Target="../slideLayouts/slideLayout151.xml"/><Relationship Id="rId43" Type="http://schemas.openxmlformats.org/officeDocument/2006/relationships/slideLayout" Target="../slideLayouts/slideLayout159.xml"/><Relationship Id="rId48" Type="http://schemas.openxmlformats.org/officeDocument/2006/relationships/slideLayout" Target="../slideLayouts/slideLayout164.xml"/><Relationship Id="rId56" Type="http://schemas.openxmlformats.org/officeDocument/2006/relationships/slideLayout" Target="../slideLayouts/slideLayout172.xml"/><Relationship Id="rId8" Type="http://schemas.openxmlformats.org/officeDocument/2006/relationships/slideLayout" Target="../slideLayouts/slideLayout124.xml"/><Relationship Id="rId51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8.xml"/><Relationship Id="rId17" Type="http://schemas.openxmlformats.org/officeDocument/2006/relationships/slideLayout" Target="../slideLayouts/slideLayout133.xml"/><Relationship Id="rId25" Type="http://schemas.openxmlformats.org/officeDocument/2006/relationships/slideLayout" Target="../slideLayouts/slideLayout141.xml"/><Relationship Id="rId33" Type="http://schemas.openxmlformats.org/officeDocument/2006/relationships/slideLayout" Target="../slideLayouts/slideLayout149.xml"/><Relationship Id="rId38" Type="http://schemas.openxmlformats.org/officeDocument/2006/relationships/slideLayout" Target="../slideLayouts/slideLayout154.xml"/><Relationship Id="rId46" Type="http://schemas.openxmlformats.org/officeDocument/2006/relationships/slideLayout" Target="../slideLayouts/slideLayout162.xml"/><Relationship Id="rId59" Type="http://schemas.openxmlformats.org/officeDocument/2006/relationships/slideLayout" Target="../slideLayouts/slideLayout175.xml"/><Relationship Id="rId20" Type="http://schemas.openxmlformats.org/officeDocument/2006/relationships/slideLayout" Target="../slideLayouts/slideLayout136.xml"/><Relationship Id="rId41" Type="http://schemas.openxmlformats.org/officeDocument/2006/relationships/slideLayout" Target="../slideLayouts/slideLayout157.xml"/><Relationship Id="rId54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1.xml"/><Relationship Id="rId23" Type="http://schemas.openxmlformats.org/officeDocument/2006/relationships/slideLayout" Target="../slideLayouts/slideLayout139.xml"/><Relationship Id="rId28" Type="http://schemas.openxmlformats.org/officeDocument/2006/relationships/slideLayout" Target="../slideLayouts/slideLayout144.xml"/><Relationship Id="rId36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65.xml"/><Relationship Id="rId57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60.xml"/><Relationship Id="rId52" Type="http://schemas.openxmlformats.org/officeDocument/2006/relationships/slideLayout" Target="../slideLayouts/slideLayout168.xml"/><Relationship Id="rId6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01.xml"/><Relationship Id="rId21" Type="http://schemas.openxmlformats.org/officeDocument/2006/relationships/slideLayout" Target="../slideLayouts/slideLayout196.xml"/><Relationship Id="rId42" Type="http://schemas.openxmlformats.org/officeDocument/2006/relationships/slideLayout" Target="../slideLayouts/slideLayout217.xml"/><Relationship Id="rId47" Type="http://schemas.openxmlformats.org/officeDocument/2006/relationships/slideLayout" Target="../slideLayouts/slideLayout222.xml"/><Relationship Id="rId63" Type="http://schemas.openxmlformats.org/officeDocument/2006/relationships/slideLayout" Target="../slideLayouts/slideLayout238.xml"/><Relationship Id="rId68" Type="http://schemas.openxmlformats.org/officeDocument/2006/relationships/slideLayout" Target="../slideLayouts/slideLayout243.xml"/><Relationship Id="rId84" Type="http://schemas.openxmlformats.org/officeDocument/2006/relationships/theme" Target="../theme/theme4.xml"/><Relationship Id="rId16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86.xml"/><Relationship Id="rId32" Type="http://schemas.openxmlformats.org/officeDocument/2006/relationships/slideLayout" Target="../slideLayouts/slideLayout207.xml"/><Relationship Id="rId37" Type="http://schemas.openxmlformats.org/officeDocument/2006/relationships/slideLayout" Target="../slideLayouts/slideLayout212.xml"/><Relationship Id="rId53" Type="http://schemas.openxmlformats.org/officeDocument/2006/relationships/slideLayout" Target="../slideLayouts/slideLayout228.xml"/><Relationship Id="rId58" Type="http://schemas.openxmlformats.org/officeDocument/2006/relationships/slideLayout" Target="../slideLayouts/slideLayout233.xml"/><Relationship Id="rId74" Type="http://schemas.openxmlformats.org/officeDocument/2006/relationships/slideLayout" Target="../slideLayouts/slideLayout249.xml"/><Relationship Id="rId79" Type="http://schemas.openxmlformats.org/officeDocument/2006/relationships/slideLayout" Target="../slideLayouts/slideLayout254.xml"/><Relationship Id="rId5" Type="http://schemas.openxmlformats.org/officeDocument/2006/relationships/slideLayout" Target="../slideLayouts/slideLayout180.xml"/><Relationship Id="rId61" Type="http://schemas.openxmlformats.org/officeDocument/2006/relationships/slideLayout" Target="../slideLayouts/slideLayout236.xml"/><Relationship Id="rId82" Type="http://schemas.openxmlformats.org/officeDocument/2006/relationships/slideLayout" Target="../slideLayouts/slideLayout257.xml"/><Relationship Id="rId19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89.xml"/><Relationship Id="rId22" Type="http://schemas.openxmlformats.org/officeDocument/2006/relationships/slideLayout" Target="../slideLayouts/slideLayout197.xml"/><Relationship Id="rId27" Type="http://schemas.openxmlformats.org/officeDocument/2006/relationships/slideLayout" Target="../slideLayouts/slideLayout202.xml"/><Relationship Id="rId30" Type="http://schemas.openxmlformats.org/officeDocument/2006/relationships/slideLayout" Target="../slideLayouts/slideLayout205.xml"/><Relationship Id="rId35" Type="http://schemas.openxmlformats.org/officeDocument/2006/relationships/slideLayout" Target="../slideLayouts/slideLayout210.xml"/><Relationship Id="rId43" Type="http://schemas.openxmlformats.org/officeDocument/2006/relationships/slideLayout" Target="../slideLayouts/slideLayout218.xml"/><Relationship Id="rId48" Type="http://schemas.openxmlformats.org/officeDocument/2006/relationships/slideLayout" Target="../slideLayouts/slideLayout223.xml"/><Relationship Id="rId56" Type="http://schemas.openxmlformats.org/officeDocument/2006/relationships/slideLayout" Target="../slideLayouts/slideLayout231.xml"/><Relationship Id="rId64" Type="http://schemas.openxmlformats.org/officeDocument/2006/relationships/slideLayout" Target="../slideLayouts/slideLayout239.xml"/><Relationship Id="rId69" Type="http://schemas.openxmlformats.org/officeDocument/2006/relationships/slideLayout" Target="../slideLayouts/slideLayout244.xml"/><Relationship Id="rId77" Type="http://schemas.openxmlformats.org/officeDocument/2006/relationships/slideLayout" Target="../slideLayouts/slideLayout252.xml"/><Relationship Id="rId8" Type="http://schemas.openxmlformats.org/officeDocument/2006/relationships/slideLayout" Target="../slideLayouts/slideLayout183.xml"/><Relationship Id="rId51" Type="http://schemas.openxmlformats.org/officeDocument/2006/relationships/slideLayout" Target="../slideLayouts/slideLayout226.xml"/><Relationship Id="rId72" Type="http://schemas.openxmlformats.org/officeDocument/2006/relationships/slideLayout" Target="../slideLayouts/slideLayout247.xml"/><Relationship Id="rId80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87.xml"/><Relationship Id="rId17" Type="http://schemas.openxmlformats.org/officeDocument/2006/relationships/slideLayout" Target="../slideLayouts/slideLayout192.xml"/><Relationship Id="rId25" Type="http://schemas.openxmlformats.org/officeDocument/2006/relationships/slideLayout" Target="../slideLayouts/slideLayout200.xml"/><Relationship Id="rId33" Type="http://schemas.openxmlformats.org/officeDocument/2006/relationships/slideLayout" Target="../slideLayouts/slideLayout208.xml"/><Relationship Id="rId38" Type="http://schemas.openxmlformats.org/officeDocument/2006/relationships/slideLayout" Target="../slideLayouts/slideLayout213.xml"/><Relationship Id="rId46" Type="http://schemas.openxmlformats.org/officeDocument/2006/relationships/slideLayout" Target="../slideLayouts/slideLayout221.xml"/><Relationship Id="rId59" Type="http://schemas.openxmlformats.org/officeDocument/2006/relationships/slideLayout" Target="../slideLayouts/slideLayout234.xml"/><Relationship Id="rId67" Type="http://schemas.openxmlformats.org/officeDocument/2006/relationships/slideLayout" Target="../slideLayouts/slideLayout242.xml"/><Relationship Id="rId20" Type="http://schemas.openxmlformats.org/officeDocument/2006/relationships/slideLayout" Target="../slideLayouts/slideLayout195.xml"/><Relationship Id="rId41" Type="http://schemas.openxmlformats.org/officeDocument/2006/relationships/slideLayout" Target="../slideLayouts/slideLayout216.xml"/><Relationship Id="rId54" Type="http://schemas.openxmlformats.org/officeDocument/2006/relationships/slideLayout" Target="../slideLayouts/slideLayout229.xml"/><Relationship Id="rId62" Type="http://schemas.openxmlformats.org/officeDocument/2006/relationships/slideLayout" Target="../slideLayouts/slideLayout237.xml"/><Relationship Id="rId70" Type="http://schemas.openxmlformats.org/officeDocument/2006/relationships/slideLayout" Target="../slideLayouts/slideLayout245.xml"/><Relationship Id="rId75" Type="http://schemas.openxmlformats.org/officeDocument/2006/relationships/slideLayout" Target="../slideLayouts/slideLayout250.xml"/><Relationship Id="rId83" Type="http://schemas.openxmlformats.org/officeDocument/2006/relationships/slideLayout" Target="../slideLayouts/slideLayout258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5" Type="http://schemas.openxmlformats.org/officeDocument/2006/relationships/slideLayout" Target="../slideLayouts/slideLayout190.xml"/><Relationship Id="rId23" Type="http://schemas.openxmlformats.org/officeDocument/2006/relationships/slideLayout" Target="../slideLayouts/slideLayout198.xml"/><Relationship Id="rId28" Type="http://schemas.openxmlformats.org/officeDocument/2006/relationships/slideLayout" Target="../slideLayouts/slideLayout203.xml"/><Relationship Id="rId36" Type="http://schemas.openxmlformats.org/officeDocument/2006/relationships/slideLayout" Target="../slideLayouts/slideLayout211.xml"/><Relationship Id="rId49" Type="http://schemas.openxmlformats.org/officeDocument/2006/relationships/slideLayout" Target="../slideLayouts/slideLayout224.xml"/><Relationship Id="rId57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185.xml"/><Relationship Id="rId31" Type="http://schemas.openxmlformats.org/officeDocument/2006/relationships/slideLayout" Target="../slideLayouts/slideLayout206.xml"/><Relationship Id="rId44" Type="http://schemas.openxmlformats.org/officeDocument/2006/relationships/slideLayout" Target="../slideLayouts/slideLayout219.xml"/><Relationship Id="rId52" Type="http://schemas.openxmlformats.org/officeDocument/2006/relationships/slideLayout" Target="../slideLayouts/slideLayout227.xml"/><Relationship Id="rId60" Type="http://schemas.openxmlformats.org/officeDocument/2006/relationships/slideLayout" Target="../slideLayouts/slideLayout235.xml"/><Relationship Id="rId65" Type="http://schemas.openxmlformats.org/officeDocument/2006/relationships/slideLayout" Target="../slideLayouts/slideLayout240.xml"/><Relationship Id="rId73" Type="http://schemas.openxmlformats.org/officeDocument/2006/relationships/slideLayout" Target="../slideLayouts/slideLayout248.xml"/><Relationship Id="rId78" Type="http://schemas.openxmlformats.org/officeDocument/2006/relationships/slideLayout" Target="../slideLayouts/slideLayout253.xml"/><Relationship Id="rId81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Relationship Id="rId13" Type="http://schemas.openxmlformats.org/officeDocument/2006/relationships/slideLayout" Target="../slideLayouts/slideLayout188.xml"/><Relationship Id="rId18" Type="http://schemas.openxmlformats.org/officeDocument/2006/relationships/slideLayout" Target="../slideLayouts/slideLayout193.xml"/><Relationship Id="rId39" Type="http://schemas.openxmlformats.org/officeDocument/2006/relationships/slideLayout" Target="../slideLayouts/slideLayout214.xml"/><Relationship Id="rId34" Type="http://schemas.openxmlformats.org/officeDocument/2006/relationships/slideLayout" Target="../slideLayouts/slideLayout209.xml"/><Relationship Id="rId50" Type="http://schemas.openxmlformats.org/officeDocument/2006/relationships/slideLayout" Target="../slideLayouts/slideLayout225.xml"/><Relationship Id="rId55" Type="http://schemas.openxmlformats.org/officeDocument/2006/relationships/slideLayout" Target="../slideLayouts/slideLayout230.xml"/><Relationship Id="rId76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182.xml"/><Relationship Id="rId71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177.xml"/><Relationship Id="rId29" Type="http://schemas.openxmlformats.org/officeDocument/2006/relationships/slideLayout" Target="../slideLayouts/slideLayout204.xml"/><Relationship Id="rId24" Type="http://schemas.openxmlformats.org/officeDocument/2006/relationships/slideLayout" Target="../slideLayouts/slideLayout199.xml"/><Relationship Id="rId40" Type="http://schemas.openxmlformats.org/officeDocument/2006/relationships/slideLayout" Target="../slideLayouts/slideLayout215.xml"/><Relationship Id="rId45" Type="http://schemas.openxmlformats.org/officeDocument/2006/relationships/slideLayout" Target="../slideLayouts/slideLayout220.xml"/><Relationship Id="rId66" Type="http://schemas.openxmlformats.org/officeDocument/2006/relationships/slideLayout" Target="../slideLayouts/slideLayout2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911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2" r:id="rId39"/>
    <p:sldLayoutId id="2147483863" r:id="rId40"/>
    <p:sldLayoutId id="2147483864" r:id="rId41"/>
    <p:sldLayoutId id="2147483865" r:id="rId42"/>
    <p:sldLayoutId id="2147483866" r:id="rId43"/>
    <p:sldLayoutId id="2147483867" r:id="rId44"/>
    <p:sldLayoutId id="2147483868" r:id="rId45"/>
    <p:sldLayoutId id="2147483869" r:id="rId46"/>
    <p:sldLayoutId id="2147483870" r:id="rId47"/>
    <p:sldLayoutId id="2147483871" r:id="rId48"/>
    <p:sldLayoutId id="2147483872" r:id="rId49"/>
    <p:sldLayoutId id="2147483873" r:id="rId50"/>
    <p:sldLayoutId id="2147483874" r:id="rId51"/>
    <p:sldLayoutId id="2147483875" r:id="rId52"/>
    <p:sldLayoutId id="2147483876" r:id="rId53"/>
    <p:sldLayoutId id="2147483877" r:id="rId54"/>
    <p:sldLayoutId id="2147483878" r:id="rId55"/>
    <p:sldLayoutId id="2147483879" r:id="rId56"/>
    <p:sldLayoutId id="2147483880" r:id="rId57"/>
    <p:sldLayoutId id="2147483881" r:id="rId58"/>
    <p:sldLayoutId id="2147483882" r:id="rId59"/>
    <p:sldLayoutId id="2147483883" r:id="rId60"/>
    <p:sldLayoutId id="2147483884" r:id="rId61"/>
    <p:sldLayoutId id="2147483885" r:id="rId62"/>
    <p:sldLayoutId id="2147483886" r:id="rId63"/>
    <p:sldLayoutId id="2147483887" r:id="rId64"/>
    <p:sldLayoutId id="2147483888" r:id="rId65"/>
    <p:sldLayoutId id="2147483889" r:id="rId66"/>
    <p:sldLayoutId id="2147483890" r:id="rId67"/>
    <p:sldLayoutId id="2147483891" r:id="rId68"/>
    <p:sldLayoutId id="2147483892" r:id="rId69"/>
    <p:sldLayoutId id="2147483893" r:id="rId70"/>
    <p:sldLayoutId id="2147483894" r:id="rId71"/>
    <p:sldLayoutId id="2147483895" r:id="rId72"/>
    <p:sldLayoutId id="2147483896" r:id="rId73"/>
    <p:sldLayoutId id="2147483897" r:id="rId74"/>
    <p:sldLayoutId id="2147483898" r:id="rId75"/>
    <p:sldLayoutId id="2147483899" r:id="rId76"/>
    <p:sldLayoutId id="2147483900" r:id="rId77"/>
    <p:sldLayoutId id="2147483901" r:id="rId78"/>
    <p:sldLayoutId id="2147483902" r:id="rId79"/>
    <p:sldLayoutId id="2147483903" r:id="rId80"/>
    <p:sldLayoutId id="2147483904" r:id="rId81"/>
    <p:sldLayoutId id="2147483905" r:id="rId82"/>
    <p:sldLayoutId id="2147483906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9.emf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2.xml"/><Relationship Id="rId4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edu/python/lists?hl=pt-B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edu/python/lists?hl=pt-b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7.xml"/><Relationship Id="rId4" Type="http://schemas.openxmlformats.org/officeDocument/2006/relationships/hyperlink" Target="https://docs.python.org/pt-br/3/tutorial/datastructures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291"/>
          <p:cNvSpPr txBox="1"/>
          <p:nvPr/>
        </p:nvSpPr>
        <p:spPr>
          <a:xfrm>
            <a:off x="875140" y="3661588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22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2" name="Google Shape;3102;p291"/>
          <p:cNvSpPr txBox="1"/>
          <p:nvPr/>
        </p:nvSpPr>
        <p:spPr>
          <a:xfrm>
            <a:off x="717460" y="2920365"/>
            <a:ext cx="713016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2: Incluir, consultar e listar: a lógica por trás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991B3CDC-261A-9BB7-0369-E6D274ED001B}"/>
              </a:ext>
            </a:extLst>
          </p:cNvPr>
          <p:cNvSpPr txBox="1"/>
          <p:nvPr/>
        </p:nvSpPr>
        <p:spPr>
          <a:xfrm>
            <a:off x="875140" y="209461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253081E4-4B47-B7DA-DCAD-48036E50F808}"/>
              </a:ext>
            </a:extLst>
          </p:cNvPr>
          <p:cNvSpPr txBox="1"/>
          <p:nvPr/>
        </p:nvSpPr>
        <p:spPr>
          <a:xfrm>
            <a:off x="795727" y="1307454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C47AA663-B2A1-3D69-D202-A4764771A57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011FCF-2A1F-678D-3403-055ED931F292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3562B59D-FCC4-550A-06BE-E9800B711A67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A15C774-5BE0-6DF3-E929-DA6C5C37D808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8729B55E-89B4-AD08-3A2F-E236E7F70806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8D0FDF1-DC17-6E9F-7B12-794266EF0174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2300314F-50B7-F353-21B6-FCD185644AD8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FB80A29C-93EA-C052-ABCB-79181687DE1A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729C0330-DDC5-70EC-65DF-6CB68A1BF5FD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B6F986BF-CBC5-D5F4-94A6-5A4EB9AB8491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2046CDD2-696B-7553-32F9-789E5D906039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45389CE9-9134-D979-530F-B8CB2459671D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66A3CD4E-E84C-547C-2547-B71B7FCA84F4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D96C8D71-8A6A-128A-CF4D-95FA9EBAC7E4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E79C8C0A-490C-B9CB-FDA6-830AC14A2EB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C4FE6270-8640-C98B-0CF8-2F0B4D74F037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EACEEBB3-BE11-E4DB-0CB0-6A6F72D82D15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9A81F2DA-39D5-5F07-0FC0-00079FC7E300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32E9A541-D0FE-5314-032A-7385BA9E9EAD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6650F67-CA1A-C866-6379-B99AEF2483BA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41AE4DA-99AD-5FE2-AC5F-150E4388E8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AA12F6AC-9101-EC7F-BDB4-C7031E045DD3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509CF9FC-7F7B-4497-1F8C-F314E7285AE0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6EAC4B66-470D-0327-F3C0-FF4402B6343B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0DFAC817-9F8B-0DB2-A8F6-AB27E1EC385B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5898B839-2FDC-2F32-B950-E9C6ECB6252D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ED4BCC4C-2F25-795D-8300-F0E26DF7B76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EE5EE166-7B21-412E-CAA3-96F783347CCA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0835665B-99F8-1CDB-8754-079420421F8D}"/>
              </a:ext>
            </a:extLst>
          </p:cNvPr>
          <p:cNvSpPr/>
          <p:nvPr/>
        </p:nvSpPr>
        <p:spPr>
          <a:xfrm>
            <a:off x="8032927" y="245021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AA44D083-B55F-9988-3F58-71EC7DCD68D6}"/>
              </a:ext>
            </a:extLst>
          </p:cNvPr>
          <p:cNvCxnSpPr>
            <a:cxnSpLocks/>
            <a:stCxn id="30" idx="3"/>
            <a:endCxn id="17" idx="2"/>
          </p:cNvCxnSpPr>
          <p:nvPr/>
        </p:nvCxnSpPr>
        <p:spPr>
          <a:xfrm flipH="1">
            <a:off x="7564788" y="2907799"/>
            <a:ext cx="546648" cy="68186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C326A2FD-ED14-79C4-0355-6D58CA4F3402}"/>
              </a:ext>
            </a:extLst>
          </p:cNvPr>
          <p:cNvSpPr txBox="1"/>
          <p:nvPr/>
        </p:nvSpPr>
        <p:spPr>
          <a:xfrm>
            <a:off x="4176299" y="5523582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dirty="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71EF9037-9A33-08A3-CBC1-D54564CFEE80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22532" y="5546944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395747AD-289F-02C5-006D-0CA584849098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DA906E99-74C1-894E-4648-D6885CF759D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36D55778-A808-6618-E20F-AF286D2C1AE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954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A6F98FA5-3111-8B63-09F7-B4595B787765}"/>
              </a:ext>
            </a:extLst>
          </p:cNvPr>
          <p:cNvSpPr txBox="1"/>
          <p:nvPr/>
        </p:nvSpPr>
        <p:spPr>
          <a:xfrm>
            <a:off x="307804" y="3754483"/>
            <a:ext cx="209745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Funções e procedimentos – modularização I</a:t>
            </a:r>
            <a:endParaRPr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D411EE31-F0AB-8C71-4896-31D9F590681E}"/>
              </a:ext>
            </a:extLst>
          </p:cNvPr>
          <p:cNvSpPr txBox="1"/>
          <p:nvPr/>
        </p:nvSpPr>
        <p:spPr>
          <a:xfrm>
            <a:off x="4207454" y="5836005"/>
            <a:ext cx="236049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CE6FA4F7-A278-5B93-7AD8-EF2F6D65D588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dirty="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91998BBD-7708-3C6E-E8C3-77D94794D14C}"/>
              </a:ext>
            </a:extLst>
          </p:cNvPr>
          <p:cNvSpPr txBox="1"/>
          <p:nvPr/>
        </p:nvSpPr>
        <p:spPr>
          <a:xfrm>
            <a:off x="8610341" y="2364721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8235072C-20FB-7564-A050-BD896F2EB57F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B8860E5C-255F-C70B-4A21-A52D2F00D113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C573D349-3F29-B55E-9F3A-A0F379E589CD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E338347-C87C-DE27-1C14-0ACD67028D2D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13F72AA6-5D6D-7604-2172-A1E13A0AC176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BEA3D7D3-E755-3818-1082-7A771502E3E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DD04C494-382F-F0B4-6BA5-60DD053BDE3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76758" y="359983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B54A1CD2-8422-75F6-5E08-2E9C82996889}"/>
              </a:ext>
            </a:extLst>
          </p:cNvPr>
          <p:cNvSpPr txBox="1"/>
          <p:nvPr/>
        </p:nvSpPr>
        <p:spPr>
          <a:xfrm>
            <a:off x="9949361" y="4318725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D87571BF-ABD0-62AA-3234-0EFE5000930A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DEEEF835-491F-DE22-3D91-EAAFA9C71DD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86434497-E9E4-34D9-E605-FF0F33EA830F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4E7829B0-6CCA-F5D9-BFF1-62C4B3C9F7EC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B431AA6C-5F92-D086-6842-098BA8A9DA8B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9303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7" name="Google Shape;3157;p293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158" name="Google Shape;3158;p293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p293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0" name="Google Shape;3160;p293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1" name="Google Shape;3161;p293"/>
          <p:cNvSpPr txBox="1"/>
          <p:nvPr/>
        </p:nvSpPr>
        <p:spPr>
          <a:xfrm>
            <a:off x="3331829" y="5398947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SISANO1C1B4S22A2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5" name="Google Shape;3165;p293"/>
          <p:cNvSpPr txBox="1"/>
          <p:nvPr/>
        </p:nvSpPr>
        <p:spPr>
          <a:xfrm>
            <a:off x="3331829" y="3232400"/>
            <a:ext cx="520257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6" name="Google Shape;3166;p293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p293"/>
          <p:cNvSpPr txBox="1"/>
          <p:nvPr/>
        </p:nvSpPr>
        <p:spPr>
          <a:xfrm>
            <a:off x="3331829" y="4456413"/>
            <a:ext cx="56745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2: Incluir, consultar e listar: a lógica por trás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D5E6AEB-FE0A-7D4F-CFF3-3E02145D4D83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D6C0C3E8-0E55-928F-431C-4709D4E674E6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1CDCBB6-1FC7-6DFD-5A4E-081976F09F9B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8CB7EF5B-FF9C-6231-EE99-C2F0C6880E20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29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310722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Analisar as regras lógicas envolvidas em operações de cadastro, consulta e listagem de dados em memória.</a:t>
            </a:r>
            <a:endParaRPr dirty="0"/>
          </a:p>
        </p:txBody>
      </p:sp>
      <p:sp>
        <p:nvSpPr>
          <p:cNvPr id="3178" name="Google Shape;3178;p29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vetores ou listas simples, condicionais compostas e repetição na implementação de cadastros em memória com menu textual.</a:t>
            </a:r>
            <a:endParaRPr/>
          </a:p>
        </p:txBody>
      </p:sp>
      <p:sp>
        <p:nvSpPr>
          <p:cNvPr id="3179" name="Google Shape;3179;p294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00" cy="133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Exercer autocontrole ao organizar dados em memória e revisar a lógica do programa com atenção aos critérios definidos.</a:t>
            </a:r>
            <a:endParaRPr dirty="0"/>
          </a:p>
        </p:txBody>
      </p:sp>
      <p:sp>
        <p:nvSpPr>
          <p:cNvPr id="3180" name="Google Shape;3180;p294"/>
          <p:cNvSpPr txBox="1">
            <a:spLocks noGrp="1"/>
          </p:cNvSpPr>
          <p:nvPr>
            <p:ph type="body" idx="4"/>
          </p:nvPr>
        </p:nvSpPr>
        <p:spPr>
          <a:xfrm>
            <a:off x="1467909" y="3398979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295"/>
          <p:cNvSpPr txBox="1">
            <a:spLocks noGrp="1"/>
          </p:cNvSpPr>
          <p:nvPr>
            <p:ph type="body" idx="1"/>
          </p:nvPr>
        </p:nvSpPr>
        <p:spPr>
          <a:xfrm>
            <a:off x="2758176" y="800744"/>
            <a:ext cx="8984997" cy="6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Operações de um cadastro em memória</a:t>
            </a:r>
            <a:endParaRPr sz="3200" dirty="0"/>
          </a:p>
        </p:txBody>
      </p:sp>
      <p:sp>
        <p:nvSpPr>
          <p:cNvPr id="3187" name="Google Shape;3187;p295"/>
          <p:cNvSpPr txBox="1"/>
          <p:nvPr/>
        </p:nvSpPr>
        <p:spPr>
          <a:xfrm>
            <a:off x="2758176" y="1754710"/>
            <a:ext cx="5624355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cadastro em memória mantém os dados disponíveis apenas enquanto o programa está em execução.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que os dados são armazenados, o programa pode realizar diferentes operações sobre eles.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operações mais comuns são: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Cadastrar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adicionar um novo dado.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Consultar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localizar um dado específico.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Clr>
                <a:schemeClr val="dk1"/>
              </a:buClr>
              <a:buSzPct val="100000"/>
              <a:buBlip>
                <a:blip r:embed="rId3"/>
              </a:buBlip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Listar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exibir todos os dados armazenados.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8" name="Google Shape;3188;p295"/>
          <p:cNvPicPr preferRelativeResize="0"/>
          <p:nvPr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531" y="2256514"/>
            <a:ext cx="3682102" cy="2072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89" name="Google Shape;3189;p295"/>
          <p:cNvSpPr txBox="1"/>
          <p:nvPr/>
        </p:nvSpPr>
        <p:spPr>
          <a:xfrm>
            <a:off x="8578819" y="4225095"/>
            <a:ext cx="3289526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296"/>
          <p:cNvSpPr txBox="1">
            <a:spLocks noGrp="1"/>
          </p:cNvSpPr>
          <p:nvPr>
            <p:ph type="body" idx="1"/>
          </p:nvPr>
        </p:nvSpPr>
        <p:spPr>
          <a:xfrm>
            <a:off x="2758176" y="807266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Cadastro e consulta de produtos</a:t>
            </a:r>
            <a:endParaRPr sz="3200" dirty="0"/>
          </a:p>
        </p:txBody>
      </p:sp>
      <p:pic>
        <p:nvPicPr>
          <p:cNvPr id="3196" name="Google Shape;3196;p2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661" y="2686508"/>
            <a:ext cx="3498600" cy="2150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7" name="Google Shape;3197;p2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6660" y="5292369"/>
            <a:ext cx="3498601" cy="489804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296"/>
          <p:cNvSpPr txBox="1"/>
          <p:nvPr/>
        </p:nvSpPr>
        <p:spPr>
          <a:xfrm>
            <a:off x="2761817" y="5767994"/>
            <a:ext cx="3818449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9" name="Google Shape;3199;p296"/>
          <p:cNvSpPr txBox="1"/>
          <p:nvPr/>
        </p:nvSpPr>
        <p:spPr>
          <a:xfrm>
            <a:off x="2846660" y="4892290"/>
            <a:ext cx="332098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latin typeface="Poppins"/>
                <a:ea typeface="Poppins"/>
                <a:cs typeface="Poppins"/>
                <a:sym typeface="Poppins"/>
              </a:rPr>
              <a:t>Terminal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A8C54E-30B4-73D1-1FA7-00C0F94AE066}"/>
              </a:ext>
            </a:extLst>
          </p:cNvPr>
          <p:cNvSpPr txBox="1"/>
          <p:nvPr/>
        </p:nvSpPr>
        <p:spPr>
          <a:xfrm>
            <a:off x="2758176" y="1430704"/>
            <a:ext cx="802090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SzPts val="2200"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Uma lista permite:</a:t>
            </a:r>
          </a:p>
          <a:p>
            <a:pPr marL="342900" lvl="0" indent="-342900">
              <a:spcAft>
                <a:spcPts val="600"/>
              </a:spcAft>
              <a:buSzPts val="2200"/>
              <a:buBlip>
                <a:blip r:embed="rId5"/>
              </a:buBlip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adicionar novos elementos;</a:t>
            </a:r>
          </a:p>
          <a:p>
            <a:pPr marL="342900" lvl="0" indent="-342900">
              <a:spcAft>
                <a:spcPts val="600"/>
              </a:spcAft>
              <a:buSzPts val="2200"/>
              <a:buBlip>
                <a:blip r:embed="rId5"/>
              </a:buBlip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verificar se um elemento já está armazenado.</a:t>
            </a:r>
          </a:p>
        </p:txBody>
      </p:sp>
      <p:sp>
        <p:nvSpPr>
          <p:cNvPr id="9" name="Google Shape;136;p4">
            <a:extLst>
              <a:ext uri="{FF2B5EF4-FFF2-40B4-BE49-F238E27FC236}">
                <a16:creationId xmlns:a16="http://schemas.microsoft.com/office/drawing/2014/main" id="{148A6B12-E62D-B7F0-3D21-FE8262839B35}"/>
              </a:ext>
            </a:extLst>
          </p:cNvPr>
          <p:cNvSpPr txBox="1"/>
          <p:nvPr/>
        </p:nvSpPr>
        <p:spPr>
          <a:xfrm>
            <a:off x="7382637" y="3429000"/>
            <a:ext cx="4344308" cy="2185941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buSzPts val="2200"/>
            </a:pPr>
            <a:endParaRPr lang="pt-BR" sz="2000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2200"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Em qual situação você utilizaria a operação de consultar um produto e em qual situação precisaria listar todos os produtos cadastrados?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254E057-5FC0-8B51-A7C6-5AA1ED4F7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058" y="2999715"/>
            <a:ext cx="3496733" cy="72813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BA72F67-2B14-2DD5-7DC2-4CFD15A333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4041" y="3067784"/>
            <a:ext cx="618067" cy="56726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43682A4-D38F-9FB0-8A65-77D9243CB1C4}"/>
              </a:ext>
            </a:extLst>
          </p:cNvPr>
          <p:cNvSpPr txBox="1"/>
          <p:nvPr/>
        </p:nvSpPr>
        <p:spPr>
          <a:xfrm>
            <a:off x="5817009" y="356292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9CB74E-3A7B-A456-5154-DC3C30A22A2B}"/>
              </a:ext>
            </a:extLst>
          </p:cNvPr>
          <p:cNvSpPr txBox="1"/>
          <p:nvPr/>
        </p:nvSpPr>
        <p:spPr>
          <a:xfrm>
            <a:off x="8162388" y="3213353"/>
            <a:ext cx="2384764" cy="2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COM SUAS PALAVRAS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p298"/>
          <p:cNvSpPr txBox="1">
            <a:spLocks noGrp="1"/>
          </p:cNvSpPr>
          <p:nvPr>
            <p:ph type="body" idx="1"/>
          </p:nvPr>
        </p:nvSpPr>
        <p:spPr>
          <a:xfrm>
            <a:off x="2794668" y="807266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Listando os produtos cadastrados</a:t>
            </a:r>
            <a:endParaRPr sz="3200" dirty="0"/>
          </a:p>
        </p:txBody>
      </p:sp>
      <p:sp>
        <p:nvSpPr>
          <p:cNvPr id="3220" name="Google Shape;3220;p298"/>
          <p:cNvSpPr txBox="1"/>
          <p:nvPr/>
        </p:nvSpPr>
        <p:spPr>
          <a:xfrm>
            <a:off x="2810838" y="1359539"/>
            <a:ext cx="8615904" cy="15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operação listar 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exibe</a:t>
            </a: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todos os produtos armazenados na lista.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produto é apresentado separadamente ao usuário.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Essa operação facilita visualizar rapidamente o conteúdo da lista.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21" name="Google Shape;3221;p2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7779" y="3010087"/>
            <a:ext cx="5045150" cy="13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2" name="Google Shape;3222;p2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7779" y="4904937"/>
            <a:ext cx="5045151" cy="67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223" name="Google Shape;3223;p298"/>
          <p:cNvSpPr txBox="1"/>
          <p:nvPr/>
        </p:nvSpPr>
        <p:spPr>
          <a:xfrm>
            <a:off x="4037778" y="5623574"/>
            <a:ext cx="5521002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4" name="Google Shape;3224;p298"/>
          <p:cNvSpPr txBox="1"/>
          <p:nvPr/>
        </p:nvSpPr>
        <p:spPr>
          <a:xfrm>
            <a:off x="4037779" y="4508860"/>
            <a:ext cx="362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latin typeface="Poppins"/>
                <a:ea typeface="Poppins"/>
                <a:cs typeface="Poppins"/>
                <a:sym typeface="Poppins"/>
              </a:rPr>
              <a:t>Terminal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4D1FCC38-660A-02EA-C9B3-B056ABED5966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C7EA2D45-B5F8-DC9F-851D-BEFD23066C7D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36B49BC9-9553-68DF-4E80-6322B197DCE1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C9348E14-6BD4-1357-33BF-CC180964AE06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59750C3B-D405-B580-0654-E7F5DAEF6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9775" y="1029367"/>
            <a:ext cx="7557284" cy="1518233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>
              <a:spcAft>
                <a:spcPts val="1200"/>
              </a:spcAft>
              <a:buSzPts val="1100"/>
            </a:pPr>
            <a:r>
              <a:rPr lang="pt-BR" sz="3200" dirty="0">
                <a:solidFill>
                  <a:schemeClr val="lt1"/>
                </a:solidFill>
              </a:rPr>
              <a:t>Qual operação deve ser utilizada quando o usuário deseja visualizar todos os produtos cadastrados?</a:t>
            </a:r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40D9303F-0657-E6D2-4352-6A83C83EF2A4}"/>
              </a:ext>
            </a:extLst>
          </p:cNvPr>
          <p:cNvSpPr txBox="1"/>
          <p:nvPr/>
        </p:nvSpPr>
        <p:spPr>
          <a:xfrm>
            <a:off x="3259042" y="4567741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Consultar</a:t>
            </a:r>
            <a:endParaRPr lang="pt-BR" dirty="0"/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3B30F271-3498-D5A4-79C6-693642042D8E}"/>
              </a:ext>
            </a:extLst>
          </p:cNvPr>
          <p:cNvSpPr txBox="1"/>
          <p:nvPr/>
        </p:nvSpPr>
        <p:spPr>
          <a:xfrm>
            <a:off x="6999442" y="4469630"/>
            <a:ext cx="2874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18"/>
              </a:lnSpc>
              <a:buSzPts val="2767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Listar</a:t>
            </a:r>
            <a:endParaRPr lang="pt-BR" sz="2000" dirty="0"/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ABA620DC-69AF-7B74-22BE-7462CA958E3F}"/>
              </a:ext>
            </a:extLst>
          </p:cNvPr>
          <p:cNvSpPr txBox="1"/>
          <p:nvPr/>
        </p:nvSpPr>
        <p:spPr>
          <a:xfrm>
            <a:off x="3249615" y="3474601"/>
            <a:ext cx="29054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Incluir</a:t>
            </a:r>
            <a:endParaRPr lang="pt-BR" sz="2000" dirty="0"/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32B59E54-585A-5342-A0C6-7CEF0F74353A}"/>
              </a:ext>
            </a:extLst>
          </p:cNvPr>
          <p:cNvSpPr txBox="1"/>
          <p:nvPr/>
        </p:nvSpPr>
        <p:spPr>
          <a:xfrm>
            <a:off x="6999442" y="3474601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</a:t>
            </a:r>
          </a:p>
        </p:txBody>
      </p:sp>
    </p:spTree>
    <p:extLst>
      <p:ext uri="{BB962C8B-B14F-4D97-AF65-F5344CB8AC3E}">
        <p14:creationId xmlns:p14="http://schemas.microsoft.com/office/powerpoint/2010/main" val="172069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12;p61">
            <a:extLst>
              <a:ext uri="{FF2B5EF4-FFF2-40B4-BE49-F238E27FC236}">
                <a16:creationId xmlns:a16="http://schemas.microsoft.com/office/drawing/2014/main" id="{7F66870B-4AEF-390B-C099-93A3415A0639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04D77B6-E967-D94D-98D7-A3701FA38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10" name="Google Shape;833;p62">
            <a:extLst>
              <a:ext uri="{FF2B5EF4-FFF2-40B4-BE49-F238E27FC236}">
                <a16:creationId xmlns:a16="http://schemas.microsoft.com/office/drawing/2014/main" id="{43BFE693-BAD9-A781-6E11-E123C1AE167C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11" name="Google Shape;1434;p98">
            <a:extLst>
              <a:ext uri="{FF2B5EF4-FFF2-40B4-BE49-F238E27FC236}">
                <a16:creationId xmlns:a16="http://schemas.microsoft.com/office/drawing/2014/main" id="{48F6974D-87A9-F2B4-5890-05B4A29A0568}"/>
              </a:ext>
            </a:extLst>
          </p:cNvPr>
          <p:cNvSpPr/>
          <p:nvPr/>
        </p:nvSpPr>
        <p:spPr>
          <a:xfrm>
            <a:off x="2448429" y="4417129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435;p98">
            <a:extLst>
              <a:ext uri="{FF2B5EF4-FFF2-40B4-BE49-F238E27FC236}">
                <a16:creationId xmlns:a16="http://schemas.microsoft.com/office/drawing/2014/main" id="{B0D2BE1A-8547-68F2-6BB6-1440F434DA02}"/>
              </a:ext>
            </a:extLst>
          </p:cNvPr>
          <p:cNvSpPr/>
          <p:nvPr/>
        </p:nvSpPr>
        <p:spPr>
          <a:xfrm>
            <a:off x="2437471" y="3324653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36;p98">
            <a:extLst>
              <a:ext uri="{FF2B5EF4-FFF2-40B4-BE49-F238E27FC236}">
                <a16:creationId xmlns:a16="http://schemas.microsoft.com/office/drawing/2014/main" id="{40F7115B-3A95-F04C-37EF-706249EE4B03}"/>
              </a:ext>
            </a:extLst>
          </p:cNvPr>
          <p:cNvSpPr/>
          <p:nvPr/>
        </p:nvSpPr>
        <p:spPr>
          <a:xfrm>
            <a:off x="10223174" y="3363759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37;p98">
            <a:extLst>
              <a:ext uri="{FF2B5EF4-FFF2-40B4-BE49-F238E27FC236}">
                <a16:creationId xmlns:a16="http://schemas.microsoft.com/office/drawing/2014/main" id="{AB97FD68-FDFB-FE6F-E603-6383B6D04C77}"/>
              </a:ext>
            </a:extLst>
          </p:cNvPr>
          <p:cNvSpPr/>
          <p:nvPr/>
        </p:nvSpPr>
        <p:spPr>
          <a:xfrm rot="-3043640">
            <a:off x="10282409" y="4523774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49;p64">
            <a:extLst>
              <a:ext uri="{FF2B5EF4-FFF2-40B4-BE49-F238E27FC236}">
                <a16:creationId xmlns:a16="http://schemas.microsoft.com/office/drawing/2014/main" id="{B856CB4C-C020-CDE4-B8E2-4219572CB2EC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50;p64">
            <a:extLst>
              <a:ext uri="{FF2B5EF4-FFF2-40B4-BE49-F238E27FC236}">
                <a16:creationId xmlns:a16="http://schemas.microsoft.com/office/drawing/2014/main" id="{1F2DE99F-D39B-A5B9-3F74-9188294750C2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51;p64">
            <a:extLst>
              <a:ext uri="{FF2B5EF4-FFF2-40B4-BE49-F238E27FC236}">
                <a16:creationId xmlns:a16="http://schemas.microsoft.com/office/drawing/2014/main" id="{768F8A99-A511-7DFF-180F-34AD1A40D8C9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53;p64">
            <a:extLst>
              <a:ext uri="{FF2B5EF4-FFF2-40B4-BE49-F238E27FC236}">
                <a16:creationId xmlns:a16="http://schemas.microsoft.com/office/drawing/2014/main" id="{02B21832-2F04-5433-93BC-970B677F0C9D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181BE7D2-0E43-35F3-69DC-018430E654C3}"/>
              </a:ext>
            </a:extLst>
          </p:cNvPr>
          <p:cNvSpPr txBox="1">
            <a:spLocks/>
          </p:cNvSpPr>
          <p:nvPr/>
        </p:nvSpPr>
        <p:spPr>
          <a:xfrm>
            <a:off x="2959775" y="1029367"/>
            <a:ext cx="7557284" cy="151823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 spc="0">
                <a:solidFill>
                  <a:schemeClr val="bg1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  <a:buSzPts val="1100"/>
            </a:pPr>
            <a:r>
              <a:rPr lang="pt-BR" sz="3200">
                <a:solidFill>
                  <a:schemeClr val="lt1"/>
                </a:solidFill>
              </a:rPr>
              <a:t>Qual operação deve ser utilizada quando o usuário deseja visualizar todos os produtos cadastrados?</a:t>
            </a:r>
            <a:endParaRPr lang="pt-BR" sz="3200" dirty="0">
              <a:solidFill>
                <a:schemeClr val="lt1"/>
              </a:solidFill>
            </a:endParaRPr>
          </a:p>
        </p:txBody>
      </p:sp>
      <p:sp>
        <p:nvSpPr>
          <p:cNvPr id="23" name="Google Shape;852;p64">
            <a:extLst>
              <a:ext uri="{FF2B5EF4-FFF2-40B4-BE49-F238E27FC236}">
                <a16:creationId xmlns:a16="http://schemas.microsoft.com/office/drawing/2014/main" id="{9BA40CF5-C2BD-03E6-D486-BA267D86A9F3}"/>
              </a:ext>
            </a:extLst>
          </p:cNvPr>
          <p:cNvSpPr txBox="1"/>
          <p:nvPr/>
        </p:nvSpPr>
        <p:spPr>
          <a:xfrm>
            <a:off x="3259042" y="4567741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Consultar</a:t>
            </a:r>
            <a:endParaRPr lang="pt-BR" dirty="0"/>
          </a:p>
        </p:txBody>
      </p:sp>
      <p:sp>
        <p:nvSpPr>
          <p:cNvPr id="24" name="Google Shape;854;p64">
            <a:extLst>
              <a:ext uri="{FF2B5EF4-FFF2-40B4-BE49-F238E27FC236}">
                <a16:creationId xmlns:a16="http://schemas.microsoft.com/office/drawing/2014/main" id="{C2B11B52-1528-01C3-AFA9-987592DE09AA}"/>
              </a:ext>
            </a:extLst>
          </p:cNvPr>
          <p:cNvSpPr txBox="1"/>
          <p:nvPr/>
        </p:nvSpPr>
        <p:spPr>
          <a:xfrm>
            <a:off x="6999442" y="4469630"/>
            <a:ext cx="28741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18"/>
              </a:lnSpc>
              <a:buSzPts val="2767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Listar</a:t>
            </a:r>
            <a:endParaRPr lang="pt-BR" sz="2000" dirty="0"/>
          </a:p>
        </p:txBody>
      </p:sp>
      <p:sp>
        <p:nvSpPr>
          <p:cNvPr id="25" name="Google Shape;855;p64">
            <a:extLst>
              <a:ext uri="{FF2B5EF4-FFF2-40B4-BE49-F238E27FC236}">
                <a16:creationId xmlns:a16="http://schemas.microsoft.com/office/drawing/2014/main" id="{1DC6E71F-B739-CDBF-0E71-A0AD9137C5CB}"/>
              </a:ext>
            </a:extLst>
          </p:cNvPr>
          <p:cNvSpPr txBox="1"/>
          <p:nvPr/>
        </p:nvSpPr>
        <p:spPr>
          <a:xfrm>
            <a:off x="3249615" y="3474601"/>
            <a:ext cx="29054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Incluir</a:t>
            </a:r>
            <a:endParaRPr lang="pt-BR" sz="2000" dirty="0"/>
          </a:p>
        </p:txBody>
      </p:sp>
      <p:sp>
        <p:nvSpPr>
          <p:cNvPr id="26" name="Google Shape;856;p64">
            <a:extLst>
              <a:ext uri="{FF2B5EF4-FFF2-40B4-BE49-F238E27FC236}">
                <a16:creationId xmlns:a16="http://schemas.microsoft.com/office/drawing/2014/main" id="{37660677-9A5C-9B44-A0E7-4DAF5BD201BC}"/>
              </a:ext>
            </a:extLst>
          </p:cNvPr>
          <p:cNvSpPr txBox="1"/>
          <p:nvPr/>
        </p:nvSpPr>
        <p:spPr>
          <a:xfrm>
            <a:off x="6999442" y="3474601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p301"/>
          <p:cNvSpPr txBox="1"/>
          <p:nvPr/>
        </p:nvSpPr>
        <p:spPr>
          <a:xfrm>
            <a:off x="2683824" y="718391"/>
            <a:ext cx="8512200" cy="57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Testando as operações de um cadastro</a:t>
            </a:r>
            <a:endParaRPr sz="3200" dirty="0"/>
          </a:p>
        </p:txBody>
      </p:sp>
      <p:sp>
        <p:nvSpPr>
          <p:cNvPr id="3272" name="Google Shape;3272;p301"/>
          <p:cNvSpPr txBox="1"/>
          <p:nvPr/>
        </p:nvSpPr>
        <p:spPr>
          <a:xfrm>
            <a:off x="2683824" y="1382982"/>
            <a:ext cx="8849383" cy="88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sistema da Papelaria Ponto Certo já armazena produtos em uma lista durante a execução do programa.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3" name="Google Shape;3273;p301"/>
          <p:cNvSpPr txBox="1"/>
          <p:nvPr/>
        </p:nvSpPr>
        <p:spPr>
          <a:xfrm>
            <a:off x="7864384" y="2318099"/>
            <a:ext cx="4201333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"Borracha"</a:t>
            </a:r>
            <a:r>
              <a:rPr lang="pt-BR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endParaRPr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Cadastro</a:t>
            </a:r>
            <a:endParaRPr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___________________</a:t>
            </a:r>
            <a:endParaRPr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Consulta</a:t>
            </a:r>
            <a:endParaRPr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___________________</a:t>
            </a:r>
            <a:endParaRPr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endParaRPr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Listagem</a:t>
            </a:r>
            <a:endParaRPr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___________________</a:t>
            </a:r>
            <a:endParaRPr dirty="0">
              <a:solidFill>
                <a:srgbClr val="87C3FF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3223;p298">
            <a:extLst>
              <a:ext uri="{FF2B5EF4-FFF2-40B4-BE49-F238E27FC236}">
                <a16:creationId xmlns:a16="http://schemas.microsoft.com/office/drawing/2014/main" id="{85EBEDD2-ABA6-E844-3BFF-8C2FBA32CB80}"/>
              </a:ext>
            </a:extLst>
          </p:cNvPr>
          <p:cNvSpPr txBox="1"/>
          <p:nvPr/>
        </p:nvSpPr>
        <p:spPr>
          <a:xfrm>
            <a:off x="7873811" y="4568046"/>
            <a:ext cx="399550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859;p273">
            <a:extLst>
              <a:ext uri="{FF2B5EF4-FFF2-40B4-BE49-F238E27FC236}">
                <a16:creationId xmlns:a16="http://schemas.microsoft.com/office/drawing/2014/main" id="{3324F45C-BC2D-5552-E75F-B60D7757A7AE}"/>
              </a:ext>
            </a:extLst>
          </p:cNvPr>
          <p:cNvSpPr txBox="1"/>
          <p:nvPr/>
        </p:nvSpPr>
        <p:spPr>
          <a:xfrm>
            <a:off x="2683824" y="2011386"/>
            <a:ext cx="32241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Situação fictícia produzida pela SEDUC-SP.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3272;p301">
            <a:extLst>
              <a:ext uri="{FF2B5EF4-FFF2-40B4-BE49-F238E27FC236}">
                <a16:creationId xmlns:a16="http://schemas.microsoft.com/office/drawing/2014/main" id="{937B603D-2C40-363F-29CF-817F2D424FB5}"/>
              </a:ext>
            </a:extLst>
          </p:cNvPr>
          <p:cNvSpPr txBox="1"/>
          <p:nvPr/>
        </p:nvSpPr>
        <p:spPr>
          <a:xfrm>
            <a:off x="2683824" y="2412869"/>
            <a:ext cx="5056108" cy="2855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Agora, você vai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completar e testar as principais operações de um cadastro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memória. Utilizando o código de exemplo, realize as missões propostas e execute o programa ao final de cada etapa, observando como cada operação altera ou utiliza os dados armazenados. </a:t>
            </a: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48CC0B31-55C4-2DE7-49CE-B5E75A76DCEA}"/>
              </a:ext>
            </a:extLst>
          </p:cNvPr>
          <p:cNvSpPr txBox="1">
            <a:spLocks/>
          </p:cNvSpPr>
          <p:nvPr/>
        </p:nvSpPr>
        <p:spPr>
          <a:xfrm>
            <a:off x="854491" y="4775003"/>
            <a:ext cx="1733054" cy="2740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Durante a aula</a:t>
            </a:r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B3879400-1C4D-CD84-0B02-D4F8F97B7D41}"/>
              </a:ext>
            </a:extLst>
          </p:cNvPr>
          <p:cNvSpPr txBox="1">
            <a:spLocks/>
          </p:cNvSpPr>
          <p:nvPr/>
        </p:nvSpPr>
        <p:spPr>
          <a:xfrm>
            <a:off x="854491" y="5217603"/>
            <a:ext cx="1705332" cy="2740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Individual</a:t>
            </a:r>
          </a:p>
        </p:txBody>
      </p:sp>
      <p:grpSp>
        <p:nvGrpSpPr>
          <p:cNvPr id="7" name="Google Shape;474;p35">
            <a:extLst>
              <a:ext uri="{FF2B5EF4-FFF2-40B4-BE49-F238E27FC236}">
                <a16:creationId xmlns:a16="http://schemas.microsoft.com/office/drawing/2014/main" id="{B75BB4CA-A043-8E89-0EB0-042F190B8597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8" name="Google Shape;475;p35">
              <a:extLst>
                <a:ext uri="{FF2B5EF4-FFF2-40B4-BE49-F238E27FC236}">
                  <a16:creationId xmlns:a16="http://schemas.microsoft.com/office/drawing/2014/main" id="{4D07FE3C-D095-FA8B-A9C2-62FB94651851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476;p35">
              <a:extLst>
                <a:ext uri="{FF2B5EF4-FFF2-40B4-BE49-F238E27FC236}">
                  <a16:creationId xmlns:a16="http://schemas.microsoft.com/office/drawing/2014/main" id="{80B2E9DB-B12F-72B1-1948-6B33A35D4E42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477;p35">
              <a:extLst>
                <a:ext uri="{FF2B5EF4-FFF2-40B4-BE49-F238E27FC236}">
                  <a16:creationId xmlns:a16="http://schemas.microsoft.com/office/drawing/2014/main" id="{2B12FA23-4E52-847E-0806-828B5B2EEA01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478;p35">
              <a:extLst>
                <a:ext uri="{FF2B5EF4-FFF2-40B4-BE49-F238E27FC236}">
                  <a16:creationId xmlns:a16="http://schemas.microsoft.com/office/drawing/2014/main" id="{B80FD25D-84DB-462A-DEE0-E4D9178C19CD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" name="Google Shape;479;p35">
              <a:extLst>
                <a:ext uri="{FF2B5EF4-FFF2-40B4-BE49-F238E27FC236}">
                  <a16:creationId xmlns:a16="http://schemas.microsoft.com/office/drawing/2014/main" id="{062DB984-D338-C465-C7E3-A31D5284831F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13" name="Google Shape;480;p35">
                <a:extLst>
                  <a:ext uri="{FF2B5EF4-FFF2-40B4-BE49-F238E27FC236}">
                    <a16:creationId xmlns:a16="http://schemas.microsoft.com/office/drawing/2014/main" id="{A284EC27-AB1E-1362-6DE3-5D6437A11EA9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81;p35">
                <a:extLst>
                  <a:ext uri="{FF2B5EF4-FFF2-40B4-BE49-F238E27FC236}">
                    <a16:creationId xmlns:a16="http://schemas.microsoft.com/office/drawing/2014/main" id="{A495D978-F564-8E47-8415-48EC37DE4F1F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82;p35">
                <a:extLst>
                  <a:ext uri="{FF2B5EF4-FFF2-40B4-BE49-F238E27FC236}">
                    <a16:creationId xmlns:a16="http://schemas.microsoft.com/office/drawing/2014/main" id="{1CD5620B-6AAC-B917-D685-FF7B557053CC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83;p35">
                <a:extLst>
                  <a:ext uri="{FF2B5EF4-FFF2-40B4-BE49-F238E27FC236}">
                    <a16:creationId xmlns:a16="http://schemas.microsoft.com/office/drawing/2014/main" id="{A7781C71-B4E6-471F-5789-E0DFBD664646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84;p35">
                <a:extLst>
                  <a:ext uri="{FF2B5EF4-FFF2-40B4-BE49-F238E27FC236}">
                    <a16:creationId xmlns:a16="http://schemas.microsoft.com/office/drawing/2014/main" id="{361AD061-0B2D-B7DC-CD7D-4F412489409B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485;p35">
                <a:extLst>
                  <a:ext uri="{FF2B5EF4-FFF2-40B4-BE49-F238E27FC236}">
                    <a16:creationId xmlns:a16="http://schemas.microsoft.com/office/drawing/2014/main" id="{4A833D68-0504-57FE-A72C-92786F0E6CAF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86;p35">
                <a:extLst>
                  <a:ext uri="{FF2B5EF4-FFF2-40B4-BE49-F238E27FC236}">
                    <a16:creationId xmlns:a16="http://schemas.microsoft.com/office/drawing/2014/main" id="{22C15647-9ED4-607B-6901-59A91F3AEE43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487;p35">
                <a:extLst>
                  <a:ext uri="{FF2B5EF4-FFF2-40B4-BE49-F238E27FC236}">
                    <a16:creationId xmlns:a16="http://schemas.microsoft.com/office/drawing/2014/main" id="{76CF55A0-F38E-DADC-FBB8-3B6F62763D9C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488;p35">
                <a:extLst>
                  <a:ext uri="{FF2B5EF4-FFF2-40B4-BE49-F238E27FC236}">
                    <a16:creationId xmlns:a16="http://schemas.microsoft.com/office/drawing/2014/main" id="{9AAC6AAE-C1B8-79AC-784D-469D112B22E4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489;p35">
                <a:extLst>
                  <a:ext uri="{FF2B5EF4-FFF2-40B4-BE49-F238E27FC236}">
                    <a16:creationId xmlns:a16="http://schemas.microsoft.com/office/drawing/2014/main" id="{4C9D49DB-A6F7-E06A-32CE-112786C09A5C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7" name="Imagem 36">
            <a:extLst>
              <a:ext uri="{FF2B5EF4-FFF2-40B4-BE49-F238E27FC236}">
                <a16:creationId xmlns:a16="http://schemas.microsoft.com/office/drawing/2014/main" id="{B000323F-D88D-CEBE-4D0A-13CC95214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479" y="5799198"/>
            <a:ext cx="1744133" cy="406400"/>
          </a:xfrm>
          <a:prstGeom prst="rect">
            <a:avLst/>
          </a:prstGeom>
        </p:spPr>
      </p:pic>
      <p:grpSp>
        <p:nvGrpSpPr>
          <p:cNvPr id="38" name="Gráfico 85">
            <a:extLst>
              <a:ext uri="{FF2B5EF4-FFF2-40B4-BE49-F238E27FC236}">
                <a16:creationId xmlns:a16="http://schemas.microsoft.com/office/drawing/2014/main" id="{FC0F7F15-7A5F-6955-D389-494ABD0A1F12}"/>
              </a:ext>
            </a:extLst>
          </p:cNvPr>
          <p:cNvGrpSpPr/>
          <p:nvPr/>
        </p:nvGrpSpPr>
        <p:grpSpPr>
          <a:xfrm>
            <a:off x="10614105" y="5883445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39" name="Forma Livre 150">
              <a:extLst>
                <a:ext uri="{FF2B5EF4-FFF2-40B4-BE49-F238E27FC236}">
                  <a16:creationId xmlns:a16="http://schemas.microsoft.com/office/drawing/2014/main" id="{497D64E3-B0E0-D8AD-8958-3886301ED8E2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0" name="Forma Livre 151">
              <a:extLst>
                <a:ext uri="{FF2B5EF4-FFF2-40B4-BE49-F238E27FC236}">
                  <a16:creationId xmlns:a16="http://schemas.microsoft.com/office/drawing/2014/main" id="{94559DF5-2993-AD36-D817-3945302C79EA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1" name="Forma Livre 152">
              <a:extLst>
                <a:ext uri="{FF2B5EF4-FFF2-40B4-BE49-F238E27FC236}">
                  <a16:creationId xmlns:a16="http://schemas.microsoft.com/office/drawing/2014/main" id="{C65C2C89-A9C8-AB83-F503-9B7D58DB1222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2" name="Forma Livre 153">
              <a:extLst>
                <a:ext uri="{FF2B5EF4-FFF2-40B4-BE49-F238E27FC236}">
                  <a16:creationId xmlns:a16="http://schemas.microsoft.com/office/drawing/2014/main" id="{2F3AF329-1016-BB43-6C9B-CB61E34D033B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3" name="Forma Livre 154">
              <a:extLst>
                <a:ext uri="{FF2B5EF4-FFF2-40B4-BE49-F238E27FC236}">
                  <a16:creationId xmlns:a16="http://schemas.microsoft.com/office/drawing/2014/main" id="{763B731B-7086-5B45-090D-EE32E0AD5DCD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4" name="Forma Livre 155">
              <a:extLst>
                <a:ext uri="{FF2B5EF4-FFF2-40B4-BE49-F238E27FC236}">
                  <a16:creationId xmlns:a16="http://schemas.microsoft.com/office/drawing/2014/main" id="{C2CB10A2-C302-6F95-2E44-9CE4D401DFB4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5" name="Forma Livre 156">
              <a:extLst>
                <a:ext uri="{FF2B5EF4-FFF2-40B4-BE49-F238E27FC236}">
                  <a16:creationId xmlns:a16="http://schemas.microsoft.com/office/drawing/2014/main" id="{BDDAFAD2-1B25-9198-EDCD-435ADF4D7476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6" name="Forma Livre 157">
              <a:extLst>
                <a:ext uri="{FF2B5EF4-FFF2-40B4-BE49-F238E27FC236}">
                  <a16:creationId xmlns:a16="http://schemas.microsoft.com/office/drawing/2014/main" id="{5F4AB325-A639-C689-BA74-94835BCC5758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8914456F-5EB2-9F13-1889-86ACDC0141FF}"/>
              </a:ext>
            </a:extLst>
          </p:cNvPr>
          <p:cNvSpPr txBox="1"/>
          <p:nvPr/>
        </p:nvSpPr>
        <p:spPr>
          <a:xfrm>
            <a:off x="2683824" y="5497009"/>
            <a:ext cx="6149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Compartilhe o resultado conforme orientação do professor. 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09F9B6A-F021-D793-7988-EF082BA7713C}"/>
              </a:ext>
            </a:extLst>
          </p:cNvPr>
          <p:cNvSpPr txBox="1"/>
          <p:nvPr/>
        </p:nvSpPr>
        <p:spPr>
          <a:xfrm>
            <a:off x="2683824" y="5075020"/>
            <a:ext cx="88301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finalizar, salve o arquivo: ele será utilizado na aula seguinte. </a:t>
            </a:r>
          </a:p>
        </p:txBody>
      </p:sp>
      <p:pic>
        <p:nvPicPr>
          <p:cNvPr id="49" name="Gráfico 48">
            <a:extLst>
              <a:ext uri="{FF2B5EF4-FFF2-40B4-BE49-F238E27FC236}">
                <a16:creationId xmlns:a16="http://schemas.microsoft.com/office/drawing/2014/main" id="{D4BF2C5B-3D07-6695-CD63-59316BB6F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95" y="5164457"/>
            <a:ext cx="33655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302"/>
          <p:cNvSpPr txBox="1"/>
          <p:nvPr/>
        </p:nvSpPr>
        <p:spPr>
          <a:xfrm>
            <a:off x="1129259" y="32078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302"/>
          <p:cNvSpPr txBox="1"/>
          <p:nvPr/>
        </p:nvSpPr>
        <p:spPr>
          <a:xfrm>
            <a:off x="2678243" y="250835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302"/>
          <p:cNvSpPr txBox="1"/>
          <p:nvPr/>
        </p:nvSpPr>
        <p:spPr>
          <a:xfrm>
            <a:off x="2638269" y="6595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302"/>
          <p:cNvSpPr txBox="1">
            <a:spLocks noGrp="1"/>
          </p:cNvSpPr>
          <p:nvPr>
            <p:ph type="body" idx="3"/>
          </p:nvPr>
        </p:nvSpPr>
        <p:spPr>
          <a:xfrm>
            <a:off x="5207000" y="1009944"/>
            <a:ext cx="5577264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500" dirty="0"/>
              <a:t>Complete o cadastro adicionando um novo produto com </a:t>
            </a:r>
            <a:r>
              <a:rPr lang="pt-BR" sz="1500" dirty="0" err="1"/>
              <a:t>append</a:t>
            </a:r>
            <a:r>
              <a:rPr lang="pt-BR" sz="1500" dirty="0"/>
              <a:t>().</a:t>
            </a:r>
            <a:endParaRPr sz="15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3283" name="Google Shape;3283;p302"/>
          <p:cNvSpPr txBox="1">
            <a:spLocks noGrp="1"/>
          </p:cNvSpPr>
          <p:nvPr>
            <p:ph type="body" idx="4"/>
          </p:nvPr>
        </p:nvSpPr>
        <p:spPr>
          <a:xfrm>
            <a:off x="5207000" y="2537599"/>
            <a:ext cx="6035700" cy="56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500" dirty="0"/>
              <a:t>Faça uma consulta para um produto que existe e outra para um produto que não existe na lista.</a:t>
            </a:r>
            <a:endParaRPr sz="15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3284" name="Google Shape;3284;p302"/>
          <p:cNvSpPr txBox="1">
            <a:spLocks noGrp="1"/>
          </p:cNvSpPr>
          <p:nvPr>
            <p:ph type="body" idx="5"/>
          </p:nvPr>
        </p:nvSpPr>
        <p:spPr>
          <a:xfrm>
            <a:off x="5207000" y="4109326"/>
            <a:ext cx="60357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500" dirty="0"/>
              <a:t>Liste todos os produtos cadastrados.</a:t>
            </a:r>
            <a:endParaRPr sz="15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3285" name="Google Shape;3285;p302"/>
          <p:cNvSpPr txBox="1">
            <a:spLocks noGrp="1"/>
          </p:cNvSpPr>
          <p:nvPr>
            <p:ph type="body" idx="6"/>
          </p:nvPr>
        </p:nvSpPr>
        <p:spPr>
          <a:xfrm>
            <a:off x="5207000" y="5395593"/>
            <a:ext cx="60357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500" dirty="0"/>
              <a:t>Adicione mais dois produtos e verifique como a listagem é atualizada.</a:t>
            </a:r>
            <a:endParaRPr sz="1500" i="0" u="none" strike="noStrike" cap="none" dirty="0">
              <a:solidFill>
                <a:srgbClr val="000000"/>
              </a:solidFill>
            </a:endParaRPr>
          </a:p>
        </p:txBody>
      </p:sp>
      <p:grpSp>
        <p:nvGrpSpPr>
          <p:cNvPr id="3286" name="Google Shape;3286;p302"/>
          <p:cNvGrpSpPr/>
          <p:nvPr/>
        </p:nvGrpSpPr>
        <p:grpSpPr>
          <a:xfrm>
            <a:off x="464700" y="4726096"/>
            <a:ext cx="284760" cy="286054"/>
            <a:chOff x="11797069" y="2783619"/>
            <a:chExt cx="427118" cy="429059"/>
          </a:xfrm>
        </p:grpSpPr>
        <p:sp>
          <p:nvSpPr>
            <p:cNvPr id="3287" name="Google Shape;3287;p302"/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8" name="Google Shape;3288;p302"/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9" name="Google Shape;3289;p302"/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0" name="Google Shape;3290;p302"/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91" name="Google Shape;3291;p302"/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</p:grpSpPr>
          <p:sp>
            <p:nvSpPr>
              <p:cNvPr id="3292" name="Google Shape;3292;p302"/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302"/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302"/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302"/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302"/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302"/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302"/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302"/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302"/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302"/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16" name="Google Shape;3316;p302"/>
          <p:cNvSpPr txBox="1">
            <a:spLocks noGrp="1"/>
          </p:cNvSpPr>
          <p:nvPr>
            <p:ph type="body" idx="2"/>
          </p:nvPr>
        </p:nvSpPr>
        <p:spPr>
          <a:xfrm>
            <a:off x="854491" y="5194925"/>
            <a:ext cx="1180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dirty="0"/>
              <a:t>Individual</a:t>
            </a:r>
            <a:endParaRPr dirty="0"/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9F2440A4-F3B5-0B97-4EEB-401EB91BCC0F}"/>
              </a:ext>
            </a:extLst>
          </p:cNvPr>
          <p:cNvSpPr txBox="1">
            <a:spLocks/>
          </p:cNvSpPr>
          <p:nvPr/>
        </p:nvSpPr>
        <p:spPr>
          <a:xfrm>
            <a:off x="854491" y="4775003"/>
            <a:ext cx="1733054" cy="2740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Durante a aula</a:t>
            </a:r>
          </a:p>
        </p:txBody>
      </p:sp>
      <p:sp>
        <p:nvSpPr>
          <p:cNvPr id="2" name="Google Shape;458;p35">
            <a:extLst>
              <a:ext uri="{FF2B5EF4-FFF2-40B4-BE49-F238E27FC236}">
                <a16:creationId xmlns:a16="http://schemas.microsoft.com/office/drawing/2014/main" id="{73952377-9711-1BA8-A04A-74D52CFE445C}"/>
              </a:ext>
            </a:extLst>
          </p:cNvPr>
          <p:cNvSpPr txBox="1"/>
          <p:nvPr/>
        </p:nvSpPr>
        <p:spPr>
          <a:xfrm>
            <a:off x="526579" y="3037884"/>
            <a:ext cx="3214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Missões</a:t>
            </a: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B760ED6-A490-381E-FBFD-6F809581B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895" y="5164457"/>
            <a:ext cx="33655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303"/>
          <p:cNvSpPr txBox="1"/>
          <p:nvPr/>
        </p:nvSpPr>
        <p:spPr>
          <a:xfrm>
            <a:off x="2683824" y="718391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 de resposta</a:t>
            </a:r>
            <a:endParaRPr sz="3200" dirty="0"/>
          </a:p>
        </p:txBody>
      </p:sp>
      <p:sp>
        <p:nvSpPr>
          <p:cNvPr id="3323" name="Google Shape;3323;p303"/>
          <p:cNvSpPr txBox="1"/>
          <p:nvPr/>
        </p:nvSpPr>
        <p:spPr>
          <a:xfrm>
            <a:off x="2683825" y="1814600"/>
            <a:ext cx="5684100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"Borracha"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endParaRPr sz="16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Cadastro</a:t>
            </a:r>
            <a:endParaRPr sz="1600"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sz="1600" dirty="0" err="1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sz="1600" dirty="0" err="1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"Lápis"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Consulta</a:t>
            </a:r>
            <a:endParaRPr sz="1600"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600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"Produto encontrado"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600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6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"Produto não encontrado"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 dirty="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Listagem</a:t>
            </a:r>
            <a:endParaRPr sz="1600" i="1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600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6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</a:t>
            </a:r>
            <a:r>
              <a:rPr lang="pt-BR" sz="16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4" name="Google Shape;3324;p303"/>
          <p:cNvSpPr txBox="1"/>
          <p:nvPr/>
        </p:nvSpPr>
        <p:spPr>
          <a:xfrm>
            <a:off x="8196024" y="1814600"/>
            <a:ext cx="30000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Aft>
                <a:spcPts val="60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de saída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algn="l" rtl="0">
              <a:spcAft>
                <a:spcPts val="6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Produto encontrado: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6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6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Caderno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6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Borracha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6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Lápis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3223;p298">
            <a:extLst>
              <a:ext uri="{FF2B5EF4-FFF2-40B4-BE49-F238E27FC236}">
                <a16:creationId xmlns:a16="http://schemas.microsoft.com/office/drawing/2014/main" id="{A8B42A28-57A2-72DF-BB92-720852C25662}"/>
              </a:ext>
            </a:extLst>
          </p:cNvPr>
          <p:cNvSpPr txBox="1"/>
          <p:nvPr/>
        </p:nvSpPr>
        <p:spPr>
          <a:xfrm>
            <a:off x="2683824" y="5352063"/>
            <a:ext cx="536339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9" name="Google Shape;3329;p304" title="diagrama (1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883" y="1942675"/>
            <a:ext cx="7890750" cy="26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0" name="Google Shape;3330;p304"/>
          <p:cNvSpPr txBox="1"/>
          <p:nvPr/>
        </p:nvSpPr>
        <p:spPr>
          <a:xfrm>
            <a:off x="5758190" y="4612375"/>
            <a:ext cx="4696136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305"/>
          <p:cNvSpPr txBox="1">
            <a:spLocks noGrp="1"/>
          </p:cNvSpPr>
          <p:nvPr>
            <p:ph type="body" idx="1"/>
          </p:nvPr>
        </p:nvSpPr>
        <p:spPr>
          <a:xfrm>
            <a:off x="5768634" y="1819548"/>
            <a:ext cx="5740500" cy="224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Observe como as listas em Python são utilizadas para armazenar, consultar e percorrer dados em programas reais: 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GOOGLE FOR EDUCATION. Listas do Python. Disponível em: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https://developers.google.com/edu/python/lists?hl=</a:t>
            </a:r>
            <a:r>
              <a:rPr lang="pt-BR" sz="1800" u="sng" dirty="0" err="1">
                <a:solidFill>
                  <a:schemeClr val="hlink"/>
                </a:solidFill>
                <a:hlinkClick r:id="rId3"/>
              </a:rPr>
              <a:t>pt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-BR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/>
              <a:t> Acesso em: 12 ago. 2026. </a:t>
            </a:r>
            <a:endParaRPr sz="1800" dirty="0"/>
          </a:p>
        </p:txBody>
      </p:sp>
      <p:sp>
        <p:nvSpPr>
          <p:cNvPr id="3336" name="Google Shape;3336;p305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p306"/>
          <p:cNvSpPr txBox="1">
            <a:spLocks noGrp="1"/>
          </p:cNvSpPr>
          <p:nvPr>
            <p:ph type="body" idx="1"/>
          </p:nvPr>
        </p:nvSpPr>
        <p:spPr>
          <a:xfrm>
            <a:off x="555150" y="1598105"/>
            <a:ext cx="11081700" cy="303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BORGES, Luiz Eduardo. Python para desenvolvedores: aborda Python 3.3. </a:t>
            </a:r>
            <a:r>
              <a:rPr lang="pt-BR" dirty="0" err="1"/>
              <a:t>Novatec</a:t>
            </a:r>
            <a:r>
              <a:rPr lang="pt-BR" dirty="0"/>
              <a:t> Editora, 2014.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Listas do Python. Google for </a:t>
            </a:r>
            <a:r>
              <a:rPr lang="pt-BR" dirty="0" err="1"/>
              <a:t>Developers</a:t>
            </a:r>
            <a:r>
              <a:rPr lang="pt-BR" dirty="0"/>
              <a:t>. [</a:t>
            </a:r>
            <a:r>
              <a:rPr lang="pt-BR" dirty="0" err="1"/>
              <a:t>S.l</a:t>
            </a:r>
            <a:r>
              <a:rPr lang="pt-BR" dirty="0"/>
              <a:t>.: S.n.].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https://developers.google.com/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edu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python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lists?hl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=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pt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-br</a:t>
            </a:r>
            <a:r>
              <a:rPr lang="pt-BR" dirty="0"/>
              <a:t>. Acesso em: 7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MATTHES, Eric. Curso intensivo de Python: uma introdução prática e baseada em projetos à programação. </a:t>
            </a:r>
            <a:r>
              <a:rPr lang="pt-BR" dirty="0" err="1"/>
              <a:t>Novatec</a:t>
            </a:r>
            <a:r>
              <a:rPr lang="pt-BR" dirty="0"/>
              <a:t> Editora, 2016.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Estruturas de dados. Documentação Python 3.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/3/tutorial/datastructures.html</a:t>
            </a:r>
            <a:r>
              <a:rPr lang="pt-BR" dirty="0"/>
              <a:t>. Acesso em: 4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  <p:sp>
        <p:nvSpPr>
          <p:cNvPr id="3342" name="Google Shape;3342;p306"/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30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015;p287">
            <a:extLst>
              <a:ext uri="{FF2B5EF4-FFF2-40B4-BE49-F238E27FC236}">
                <a16:creationId xmlns:a16="http://schemas.microsoft.com/office/drawing/2014/main" id="{BEC4D19F-3714-7A3C-105C-2ABA1403B0EF}"/>
              </a:ext>
            </a:extLst>
          </p:cNvPr>
          <p:cNvSpPr/>
          <p:nvPr/>
        </p:nvSpPr>
        <p:spPr>
          <a:xfrm>
            <a:off x="0" y="4339734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5" name="Google Shape;3355;p308"/>
          <p:cNvCxnSpPr>
            <a:cxnSpLocks/>
          </p:cNvCxnSpPr>
          <p:nvPr/>
        </p:nvCxnSpPr>
        <p:spPr>
          <a:xfrm flipV="1">
            <a:off x="685795" y="1058933"/>
            <a:ext cx="0" cy="301099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4" name="Google Shape;3354;p308"/>
          <p:cNvSpPr txBox="1"/>
          <p:nvPr/>
        </p:nvSpPr>
        <p:spPr>
          <a:xfrm>
            <a:off x="962992" y="795750"/>
            <a:ext cx="8733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6 a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dirty="0"/>
          </a:p>
        </p:txBody>
      </p:sp>
      <p:sp>
        <p:nvSpPr>
          <p:cNvPr id="3357" name="Google Shape;3357;p308"/>
          <p:cNvSpPr/>
          <p:nvPr/>
        </p:nvSpPr>
        <p:spPr>
          <a:xfrm>
            <a:off x="497841" y="2483330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308"/>
          <p:cNvSpPr/>
          <p:nvPr/>
        </p:nvSpPr>
        <p:spPr>
          <a:xfrm>
            <a:off x="497841" y="1427933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9" name="Google Shape;3359;p308"/>
          <p:cNvSpPr/>
          <p:nvPr/>
        </p:nvSpPr>
        <p:spPr>
          <a:xfrm>
            <a:off x="569897" y="1526489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308"/>
          <p:cNvSpPr/>
          <p:nvPr/>
        </p:nvSpPr>
        <p:spPr>
          <a:xfrm>
            <a:off x="566852" y="2561760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1" name="Google Shape;3361;p308"/>
          <p:cNvSpPr txBox="1"/>
          <p:nvPr/>
        </p:nvSpPr>
        <p:spPr>
          <a:xfrm>
            <a:off x="962992" y="1456839"/>
            <a:ext cx="10726500" cy="236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Construindo o conceito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Conduza a aula retomando o conceito de cadastro em memória e destacando as operações de cadastro, consulta e listagem como funcionalidades comuns em sistemas de informação. Utilize os exemplos em Python para relacionar cada operação ao comportamento esperado do programa, valorizando a compreensão da lógica antes da implementação completa nas próximas aulas.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estimule a participação da turma durante a análise dos exemplos, questionando qual operação está sendo executada em cada trecho de código e qual problema ela resolve. Incentive os estudantes a relacionar os exemplos com o sistema da Papelaria Ponto Certo desenvolvido nas aulas anteriores.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inicialmente as operações de um cadastro em memória e discuta a finalidade de cada uma. Em seguida, analise os exemplos em Python de cadastro, consulta e listagem, executando os códigos para que os estudantes observem os resultados no terminal. Durante a técnica Com suas palavras, solicite que expliquem em quais situações utilizariam as operações de consulta e de listagem, incentivando respostas baseadas em situações reais de um sistema de cadastro. Espera-se que os estudantes reconheçam que um cadastro em memória permite incluir, consultar e listar dados armazenados em uma lista, compreendendo a finalidade de cada operação e identificando em quais situações elas devem ser utilizadas antes de implementá-las no projeto.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2" name="Google Shape;3362;p308"/>
          <p:cNvSpPr/>
          <p:nvPr/>
        </p:nvSpPr>
        <p:spPr>
          <a:xfrm>
            <a:off x="497841" y="1987761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3" name="Google Shape;3363;p3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2081467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4" name="Google Shape;3364;p308"/>
          <p:cNvGrpSpPr/>
          <p:nvPr/>
        </p:nvGrpSpPr>
        <p:grpSpPr>
          <a:xfrm>
            <a:off x="497841" y="2964531"/>
            <a:ext cx="386100" cy="382500"/>
            <a:chOff x="497841" y="3037886"/>
            <a:chExt cx="386100" cy="382500"/>
          </a:xfrm>
        </p:grpSpPr>
        <p:sp>
          <p:nvSpPr>
            <p:cNvPr id="3365" name="Google Shape;3365;p30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6" name="Google Shape;3366;p30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" name="Google Shape;3017;p287">
            <a:extLst>
              <a:ext uri="{FF2B5EF4-FFF2-40B4-BE49-F238E27FC236}">
                <a16:creationId xmlns:a16="http://schemas.microsoft.com/office/drawing/2014/main" id="{1B606E38-BB47-2370-4789-ACA098DEFF06}"/>
              </a:ext>
            </a:extLst>
          </p:cNvPr>
          <p:cNvCxnSpPr>
            <a:cxnSpLocks/>
          </p:cNvCxnSpPr>
          <p:nvPr/>
        </p:nvCxnSpPr>
        <p:spPr>
          <a:xfrm flipV="1">
            <a:off x="690895" y="4590257"/>
            <a:ext cx="0" cy="19707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" name="Google Shape;3016;p287">
            <a:extLst>
              <a:ext uri="{FF2B5EF4-FFF2-40B4-BE49-F238E27FC236}">
                <a16:creationId xmlns:a16="http://schemas.microsoft.com/office/drawing/2014/main" id="{F2FB898E-2371-7178-BF7F-5C8E5FD0AFEA}"/>
              </a:ext>
            </a:extLst>
          </p:cNvPr>
          <p:cNvSpPr txBox="1"/>
          <p:nvPr/>
        </p:nvSpPr>
        <p:spPr>
          <a:xfrm>
            <a:off x="962992" y="4349894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9 e 10</a:t>
            </a:r>
            <a:endParaRPr dirty="0"/>
          </a:p>
        </p:txBody>
      </p:sp>
      <p:sp>
        <p:nvSpPr>
          <p:cNvPr id="6" name="Google Shape;3647;p338">
            <a:extLst>
              <a:ext uri="{FF2B5EF4-FFF2-40B4-BE49-F238E27FC236}">
                <a16:creationId xmlns:a16="http://schemas.microsoft.com/office/drawing/2014/main" id="{1EE3EC74-FDC9-AE99-2D71-B8EF2C54D056}"/>
              </a:ext>
            </a:extLst>
          </p:cNvPr>
          <p:cNvSpPr txBox="1"/>
          <p:nvPr/>
        </p:nvSpPr>
        <p:spPr>
          <a:xfrm>
            <a:off x="962992" y="5001349"/>
            <a:ext cx="11018400" cy="121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spcAft>
                <a:spcPts val="600"/>
              </a:spcAft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2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Resposta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listar.</a:t>
            </a: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 da atividade: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operação listar percorre os dados armazenados e exibe todos os produtos cadastrados.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oogle Shape;3650;p338">
            <a:extLst>
              <a:ext uri="{FF2B5EF4-FFF2-40B4-BE49-F238E27FC236}">
                <a16:creationId xmlns:a16="http://schemas.microsoft.com/office/drawing/2014/main" id="{B7364C50-B39D-4E6D-66B7-90D56B135DE6}"/>
              </a:ext>
            </a:extLst>
          </p:cNvPr>
          <p:cNvGrpSpPr/>
          <p:nvPr/>
        </p:nvGrpSpPr>
        <p:grpSpPr>
          <a:xfrm>
            <a:off x="488316" y="4912429"/>
            <a:ext cx="386100" cy="382500"/>
            <a:chOff x="497841" y="1318604"/>
            <a:chExt cx="386100" cy="382500"/>
          </a:xfrm>
        </p:grpSpPr>
        <p:sp>
          <p:nvSpPr>
            <p:cNvPr id="8" name="Google Shape;3651;p338">
              <a:extLst>
                <a:ext uri="{FF2B5EF4-FFF2-40B4-BE49-F238E27FC236}">
                  <a16:creationId xmlns:a16="http://schemas.microsoft.com/office/drawing/2014/main" id="{22EC2EC1-DB3B-6F6F-79A3-2B120683AE68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652;p338">
              <a:extLst>
                <a:ext uri="{FF2B5EF4-FFF2-40B4-BE49-F238E27FC236}">
                  <a16:creationId xmlns:a16="http://schemas.microsoft.com/office/drawing/2014/main" id="{3047D8F4-17AE-7D56-C851-0A9E09C8B2F0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3653;p338">
            <a:extLst>
              <a:ext uri="{FF2B5EF4-FFF2-40B4-BE49-F238E27FC236}">
                <a16:creationId xmlns:a16="http://schemas.microsoft.com/office/drawing/2014/main" id="{ED819A6C-7FF7-9C38-C9BC-DDDEA84C9899}"/>
              </a:ext>
            </a:extLst>
          </p:cNvPr>
          <p:cNvGrpSpPr/>
          <p:nvPr/>
        </p:nvGrpSpPr>
        <p:grpSpPr>
          <a:xfrm>
            <a:off x="488316" y="5823600"/>
            <a:ext cx="386100" cy="382500"/>
            <a:chOff x="497841" y="3801694"/>
            <a:chExt cx="386100" cy="382500"/>
          </a:xfrm>
        </p:grpSpPr>
        <p:sp>
          <p:nvSpPr>
            <p:cNvPr id="11" name="Google Shape;3654;p338">
              <a:extLst>
                <a:ext uri="{FF2B5EF4-FFF2-40B4-BE49-F238E27FC236}">
                  <a16:creationId xmlns:a16="http://schemas.microsoft.com/office/drawing/2014/main" id="{2DAC6973-BEE8-7298-EDFD-637C960F6D6D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3649;p338">
              <a:extLst>
                <a:ext uri="{FF2B5EF4-FFF2-40B4-BE49-F238E27FC236}">
                  <a16:creationId xmlns:a16="http://schemas.microsoft.com/office/drawing/2014/main" id="{7906821A-DDCF-139A-76D0-AFD6947A3D9C}"/>
                </a:ext>
              </a:extLst>
            </p:cNvPr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3655;p338">
            <a:extLst>
              <a:ext uri="{FF2B5EF4-FFF2-40B4-BE49-F238E27FC236}">
                <a16:creationId xmlns:a16="http://schemas.microsoft.com/office/drawing/2014/main" id="{55C69EDE-12D9-C92A-A4B9-94135E4B6561}"/>
              </a:ext>
            </a:extLst>
          </p:cNvPr>
          <p:cNvGrpSpPr/>
          <p:nvPr/>
        </p:nvGrpSpPr>
        <p:grpSpPr>
          <a:xfrm>
            <a:off x="488316" y="5319950"/>
            <a:ext cx="386100" cy="382500"/>
            <a:chOff x="497841" y="1802325"/>
            <a:chExt cx="386100" cy="382500"/>
          </a:xfrm>
        </p:grpSpPr>
        <p:sp>
          <p:nvSpPr>
            <p:cNvPr id="14" name="Google Shape;3656;p338">
              <a:extLst>
                <a:ext uri="{FF2B5EF4-FFF2-40B4-BE49-F238E27FC236}">
                  <a16:creationId xmlns:a16="http://schemas.microsoft.com/office/drawing/2014/main" id="{13E80F44-0D41-A968-C29C-199D6498A0A0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3657;p338">
              <a:extLst>
                <a:ext uri="{FF2B5EF4-FFF2-40B4-BE49-F238E27FC236}">
                  <a16:creationId xmlns:a16="http://schemas.microsoft.com/office/drawing/2014/main" id="{760325F6-C992-4374-5024-20745AA815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310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3" name="Google Shape;3393;p310"/>
          <p:cNvCxnSpPr>
            <a:cxnSpLocks/>
          </p:cNvCxnSpPr>
          <p:nvPr/>
        </p:nvCxnSpPr>
        <p:spPr>
          <a:xfrm flipV="1">
            <a:off x="690895" y="990858"/>
            <a:ext cx="0" cy="360538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91" name="Google Shape;3391;p310"/>
          <p:cNvSpPr txBox="1"/>
          <p:nvPr/>
        </p:nvSpPr>
        <p:spPr>
          <a:xfrm>
            <a:off x="955053" y="788704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 dirty="0"/>
          </a:p>
        </p:txBody>
      </p:sp>
      <p:sp>
        <p:nvSpPr>
          <p:cNvPr id="3392" name="Google Shape;3392;p310"/>
          <p:cNvSpPr txBox="1"/>
          <p:nvPr/>
        </p:nvSpPr>
        <p:spPr>
          <a:xfrm>
            <a:off x="987954" y="1467223"/>
            <a:ext cx="10251300" cy="298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Colocando em prática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Siga as orientações para conduzir a implementação das operações de cadastro, consulta e listagem no sistema da Papelaria Ponto Certo. Oriente os estudantes a completar cada missão na sequência proposta, executando o programa ao final de cada etapa para verificar o comportamento do código antes de avançar.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acompanhe o desenvolvimento das missões, verificando se os estudantes compreendem a finalidade de cada operação antes de implementá-la. Incentive a troca de ideias entre os colegas para comparar os resultados obtidos e estimular a identificação de possíveis erros por meio da execução do programa.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brevemente o desafio e oriente a turma a completar uma missão de cada vez. Após a implementação de cada operação, solicite que todos executem o programa e observem o resultado antes de prosseguir. Circule pela sala para esclarecer dúvidas e incentive os estudantes a testar diferentes produtos na consulta e na listagem, analisando como essas alterações afetam o comportamento do programa.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disponível nos slides do professor. </a:t>
            </a:r>
            <a:br>
              <a:rPr lang="pt-BR" sz="1000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implementem corretamente as operações de cadastro, consulta e listagem, reconhecendo a função de cada uma dentro de um cadastro em memória. Ao final da atividade, devem ser capazes de executar o programa, interpretar os resultados apresentados no terminal e compreender como essas operações trabalham em conjunto no sistema da Papelaria Ponto Certo.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95" name="Google Shape;3395;p310"/>
          <p:cNvGrpSpPr/>
          <p:nvPr/>
        </p:nvGrpSpPr>
        <p:grpSpPr>
          <a:xfrm>
            <a:off x="497841" y="1467689"/>
            <a:ext cx="386100" cy="382500"/>
            <a:chOff x="497841" y="1318604"/>
            <a:chExt cx="386100" cy="382500"/>
          </a:xfrm>
        </p:grpSpPr>
        <p:sp>
          <p:nvSpPr>
            <p:cNvPr id="3396" name="Google Shape;3396;p310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p310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8" name="Google Shape;3398;p310"/>
          <p:cNvGrpSpPr/>
          <p:nvPr/>
        </p:nvGrpSpPr>
        <p:grpSpPr>
          <a:xfrm>
            <a:off x="497841" y="2532876"/>
            <a:ext cx="386100" cy="382500"/>
            <a:chOff x="497841" y="2265726"/>
            <a:chExt cx="386100" cy="382500"/>
          </a:xfrm>
        </p:grpSpPr>
        <p:sp>
          <p:nvSpPr>
            <p:cNvPr id="3399" name="Google Shape;3399;p310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p310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1" name="Google Shape;3401;p310"/>
          <p:cNvGrpSpPr/>
          <p:nvPr/>
        </p:nvGrpSpPr>
        <p:grpSpPr>
          <a:xfrm>
            <a:off x="497841" y="1974992"/>
            <a:ext cx="386100" cy="382500"/>
            <a:chOff x="497841" y="1802325"/>
            <a:chExt cx="386100" cy="382500"/>
          </a:xfrm>
        </p:grpSpPr>
        <p:sp>
          <p:nvSpPr>
            <p:cNvPr id="3402" name="Google Shape;3402;p310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03" name="Google Shape;3403;p3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4" name="Google Shape;3404;p310"/>
          <p:cNvGrpSpPr/>
          <p:nvPr/>
        </p:nvGrpSpPr>
        <p:grpSpPr>
          <a:xfrm>
            <a:off x="497841" y="3140190"/>
            <a:ext cx="386100" cy="382500"/>
            <a:chOff x="497841" y="3037886"/>
            <a:chExt cx="386100" cy="382500"/>
          </a:xfrm>
        </p:grpSpPr>
        <p:sp>
          <p:nvSpPr>
            <p:cNvPr id="3405" name="Google Shape;3405;p310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06" name="Google Shape;3406;p310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7" name="Google Shape;3407;p310"/>
          <p:cNvGrpSpPr/>
          <p:nvPr/>
        </p:nvGrpSpPr>
        <p:grpSpPr>
          <a:xfrm>
            <a:off x="497841" y="3758340"/>
            <a:ext cx="386100" cy="382500"/>
            <a:chOff x="497841" y="3801694"/>
            <a:chExt cx="386100" cy="382500"/>
          </a:xfrm>
        </p:grpSpPr>
        <p:sp>
          <p:nvSpPr>
            <p:cNvPr id="3408" name="Google Shape;3408;p310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94" name="Google Shape;3394;p310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>
          <a:extLst>
            <a:ext uri="{FF2B5EF4-FFF2-40B4-BE49-F238E27FC236}">
              <a16:creationId xmlns:a16="http://schemas.microsoft.com/office/drawing/2014/main" id="{EDF7B4DD-B3BA-5549-014A-1B8523B1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B76CEA55-A4AF-F862-4D1B-C736CCC47E12}"/>
              </a:ext>
            </a:extLst>
          </p:cNvPr>
          <p:cNvSpPr/>
          <p:nvPr/>
        </p:nvSpPr>
        <p:spPr>
          <a:xfrm>
            <a:off x="0" y="779963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31768729-8512-49B9-6E06-688E65F51E3B}"/>
              </a:ext>
            </a:extLst>
          </p:cNvPr>
          <p:cNvSpPr/>
          <p:nvPr/>
        </p:nvSpPr>
        <p:spPr>
          <a:xfrm>
            <a:off x="0" y="4934507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E19EC987-9BE3-C70C-DB14-B67AF7B51F3B}"/>
              </a:ext>
            </a:extLst>
          </p:cNvPr>
          <p:cNvCxnSpPr>
            <a:cxnSpLocks/>
          </p:cNvCxnSpPr>
          <p:nvPr/>
        </p:nvCxnSpPr>
        <p:spPr>
          <a:xfrm flipV="1">
            <a:off x="683554" y="5220008"/>
            <a:ext cx="0" cy="146359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41BA78B9-88AD-F42C-61A7-E38DFAE144C7}"/>
              </a:ext>
            </a:extLst>
          </p:cNvPr>
          <p:cNvCxnSpPr>
            <a:cxnSpLocks/>
          </p:cNvCxnSpPr>
          <p:nvPr/>
        </p:nvCxnSpPr>
        <p:spPr>
          <a:xfrm flipV="1">
            <a:off x="683554" y="1044198"/>
            <a:ext cx="0" cy="368805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6EF6E9-2848-D3E5-CDA0-D25DE8C8999C}"/>
              </a:ext>
            </a:extLst>
          </p:cNvPr>
          <p:cNvSpPr txBox="1"/>
          <p:nvPr/>
        </p:nvSpPr>
        <p:spPr>
          <a:xfrm>
            <a:off x="970280" y="776246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14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2AE728E0-7A0C-1E00-0A66-C24DF4AB184F}"/>
              </a:ext>
            </a:extLst>
          </p:cNvPr>
          <p:cNvSpPr/>
          <p:nvPr/>
        </p:nvSpPr>
        <p:spPr>
          <a:xfrm>
            <a:off x="492761" y="5510315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413C7E5D-F413-773C-9316-71A254F7A3BB}"/>
              </a:ext>
            </a:extLst>
          </p:cNvPr>
          <p:cNvSpPr txBox="1"/>
          <p:nvPr/>
        </p:nvSpPr>
        <p:spPr>
          <a:xfrm>
            <a:off x="970280" y="4953160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15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957CA3A2-0B57-9D5A-6265-3F90A415E7CF}"/>
              </a:ext>
            </a:extLst>
          </p:cNvPr>
          <p:cNvSpPr/>
          <p:nvPr/>
        </p:nvSpPr>
        <p:spPr>
          <a:xfrm>
            <a:off x="492761" y="607108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694F9762-0F3F-F9C1-768C-29AE35130D36}"/>
              </a:ext>
            </a:extLst>
          </p:cNvPr>
          <p:cNvSpPr/>
          <p:nvPr/>
        </p:nvSpPr>
        <p:spPr>
          <a:xfrm>
            <a:off x="569898" y="5614182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84D32939-CF25-15DC-F837-89D34FF4A9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578" y="6159185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52C59454-E922-37F4-18D5-33AE6951AB3B}"/>
              </a:ext>
            </a:extLst>
          </p:cNvPr>
          <p:cNvSpPr txBox="1"/>
          <p:nvPr/>
        </p:nvSpPr>
        <p:spPr>
          <a:xfrm>
            <a:off x="970280" y="5566535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 dirty="0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 dirty="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25" name="Oval 8">
            <a:extLst>
              <a:ext uri="{FF2B5EF4-FFF2-40B4-BE49-F238E27FC236}">
                <a16:creationId xmlns:a16="http://schemas.microsoft.com/office/drawing/2014/main" id="{34B93F04-1A00-81E3-D03B-BB3765603FC0}"/>
              </a:ext>
            </a:extLst>
          </p:cNvPr>
          <p:cNvSpPr/>
          <p:nvPr/>
        </p:nvSpPr>
        <p:spPr>
          <a:xfrm>
            <a:off x="497841" y="414069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6" name="Oval 9">
            <a:extLst>
              <a:ext uri="{FF2B5EF4-FFF2-40B4-BE49-F238E27FC236}">
                <a16:creationId xmlns:a16="http://schemas.microsoft.com/office/drawing/2014/main" id="{4F0680AA-1869-FF2F-6D1A-F9E4DC4F3E71}"/>
              </a:ext>
            </a:extLst>
          </p:cNvPr>
          <p:cNvSpPr/>
          <p:nvPr/>
        </p:nvSpPr>
        <p:spPr>
          <a:xfrm>
            <a:off x="497841" y="3187147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7" name="Oval 10">
            <a:extLst>
              <a:ext uri="{FF2B5EF4-FFF2-40B4-BE49-F238E27FC236}">
                <a16:creationId xmlns:a16="http://schemas.microsoft.com/office/drawing/2014/main" id="{AD3006C4-D3F1-6E07-6B71-F19538118F4E}"/>
              </a:ext>
            </a:extLst>
          </p:cNvPr>
          <p:cNvSpPr/>
          <p:nvPr/>
        </p:nvSpPr>
        <p:spPr>
          <a:xfrm>
            <a:off x="497841" y="2452436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41F23C94-F15D-9645-F650-02C655D2B470}"/>
              </a:ext>
            </a:extLst>
          </p:cNvPr>
          <p:cNvSpPr/>
          <p:nvPr/>
        </p:nvSpPr>
        <p:spPr>
          <a:xfrm>
            <a:off x="497841" y="1937692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9" name="Oval 12">
            <a:extLst>
              <a:ext uri="{FF2B5EF4-FFF2-40B4-BE49-F238E27FC236}">
                <a16:creationId xmlns:a16="http://schemas.microsoft.com/office/drawing/2014/main" id="{3E3667C8-AD6E-D13A-CC34-BDE50CCD6BAE}"/>
              </a:ext>
            </a:extLst>
          </p:cNvPr>
          <p:cNvSpPr/>
          <p:nvPr/>
        </p:nvSpPr>
        <p:spPr>
          <a:xfrm>
            <a:off x="497841" y="1396233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30" name="Google Shape;2216;p100">
            <a:extLst>
              <a:ext uri="{FF2B5EF4-FFF2-40B4-BE49-F238E27FC236}">
                <a16:creationId xmlns:a16="http://schemas.microsoft.com/office/drawing/2014/main" id="{899414C2-7BD7-0304-26CB-BCCCEBA768D7}"/>
              </a:ext>
            </a:extLst>
          </p:cNvPr>
          <p:cNvSpPr/>
          <p:nvPr/>
        </p:nvSpPr>
        <p:spPr>
          <a:xfrm>
            <a:off x="569897" y="1494788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721ABBB5-2073-2F32-8F83-DE0B76BE80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865" y="2033811"/>
            <a:ext cx="156858" cy="188229"/>
          </a:xfrm>
          <a:prstGeom prst="rect">
            <a:avLst/>
          </a:prstGeom>
        </p:spPr>
      </p:pic>
      <p:sp>
        <p:nvSpPr>
          <p:cNvPr id="32" name="Google Shape;2223;p100">
            <a:extLst>
              <a:ext uri="{FF2B5EF4-FFF2-40B4-BE49-F238E27FC236}">
                <a16:creationId xmlns:a16="http://schemas.microsoft.com/office/drawing/2014/main" id="{3BB561C3-AABC-2886-B901-3F1F2C9A84F2}"/>
              </a:ext>
            </a:extLst>
          </p:cNvPr>
          <p:cNvSpPr>
            <a:spLocks/>
          </p:cNvSpPr>
          <p:nvPr/>
        </p:nvSpPr>
        <p:spPr>
          <a:xfrm>
            <a:off x="566852" y="2530866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ráfico 32">
            <a:extLst>
              <a:ext uri="{FF2B5EF4-FFF2-40B4-BE49-F238E27FC236}">
                <a16:creationId xmlns:a16="http://schemas.microsoft.com/office/drawing/2014/main" id="{C44AD30F-0242-FB23-63AA-897877287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06" y="3257602"/>
            <a:ext cx="235296" cy="240643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BD8D8E1A-A4C4-0592-B5E2-2F3F88C81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782" y="4194819"/>
            <a:ext cx="208026" cy="266700"/>
          </a:xfrm>
          <a:prstGeom prst="rect">
            <a:avLst/>
          </a:prstGeom>
        </p:spPr>
      </p:pic>
      <p:sp>
        <p:nvSpPr>
          <p:cNvPr id="35" name="CaixaDeTexto 3">
            <a:extLst>
              <a:ext uri="{FF2B5EF4-FFF2-40B4-BE49-F238E27FC236}">
                <a16:creationId xmlns:a16="http://schemas.microsoft.com/office/drawing/2014/main" id="{F96CE1A2-C4E1-AE0E-82AB-F344793CA7ED}"/>
              </a:ext>
            </a:extLst>
          </p:cNvPr>
          <p:cNvSpPr txBox="1"/>
          <p:nvPr/>
        </p:nvSpPr>
        <p:spPr>
          <a:xfrm>
            <a:off x="970280" y="1440366"/>
            <a:ext cx="10876724" cy="313932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 e articular os principais pontos da aula.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Dê explicações diretas e objetivas para manter a atividade dentro do tempo estipulado.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</p:spTree>
    <p:extLst>
      <p:ext uri="{BB962C8B-B14F-4D97-AF65-F5344CB8AC3E}">
        <p14:creationId xmlns:p14="http://schemas.microsoft.com/office/powerpoint/2010/main" val="3083549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1690</Words>
  <Application>Microsoft Office PowerPoint</Application>
  <PresentationFormat>Ecrã Panorâmico</PresentationFormat>
  <Paragraphs>191</Paragraphs>
  <Slides>21</Slides>
  <Notes>21</Notes>
  <HiddenSlides>6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dos diapositivos</vt:lpstr>
      </vt:variant>
      <vt:variant>
        <vt:i4>21</vt:i4>
      </vt:variant>
    </vt:vector>
  </HeadingPairs>
  <TitlesOfParts>
    <vt:vector size="30" baseType="lpstr">
      <vt:lpstr>Poppins</vt:lpstr>
      <vt:lpstr>Poppins Medium</vt:lpstr>
      <vt:lpstr>Calibri</vt:lpstr>
      <vt:lpstr>Arial</vt:lpstr>
      <vt:lpstr>Poppins Light</vt:lpstr>
      <vt:lpstr>Office Theme</vt:lpstr>
      <vt:lpstr>Office Theme</vt:lpstr>
      <vt:lpstr>1_Office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95</cp:revision>
  <dcterms:modified xsi:type="dcterms:W3CDTF">2026-08-27T18:16:08Z</dcterms:modified>
</cp:coreProperties>
</file>