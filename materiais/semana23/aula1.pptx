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theme/theme2.xml" ContentType="application/vnd.openxmlformats-officedocument.theme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theme/theme3.xml" ContentType="application/vnd.openxmlformats-officedocument.theme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07" r:id="rId1"/>
    <p:sldMasterId id="2147483908" r:id="rId2"/>
    <p:sldMasterId id="2147483909" r:id="rId3"/>
    <p:sldMasterId id="2147483910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587" r:id="rId14"/>
    <p:sldId id="588" r:id="rId15"/>
    <p:sldId id="267" r:id="rId16"/>
    <p:sldId id="622" r:id="rId17"/>
    <p:sldId id="269" r:id="rId18"/>
    <p:sldId id="270" r:id="rId19"/>
    <p:sldId id="623" r:id="rId20"/>
    <p:sldId id="624" r:id="rId21"/>
    <p:sldId id="271" r:id="rId22"/>
    <p:sldId id="272" r:id="rId23"/>
    <p:sldId id="628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594" r:id="rId33"/>
    <p:sldId id="282" r:id="rId34"/>
  </p:sldIdLst>
  <p:sldSz cx="12192000" cy="6858000"/>
  <p:notesSz cx="6858000" cy="9144000"/>
  <p:embeddedFontLst>
    <p:embeddedFont>
      <p:font typeface="Poppins" panose="00000500000000000000" pitchFamily="2" charset="0"/>
      <p:regular r:id="rId36"/>
      <p:bold r:id="rId37"/>
      <p:italic r:id="rId38"/>
      <p:boldItalic r:id="rId39"/>
    </p:embeddedFont>
    <p:embeddedFont>
      <p:font typeface="Poppins Light" panose="00000400000000000000" pitchFamily="2" charset="0"/>
      <p:regular r:id="rId40"/>
      <p:bold r:id="rId41"/>
      <p:italic r:id="rId42"/>
      <p:boldItalic r:id="rId43"/>
    </p:embeddedFont>
    <p:embeddedFont>
      <p:font typeface="Poppins Medium" panose="00000600000000000000" pitchFamily="2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ula 1" id="{043E30F5-8D9E-47BA-AE25-17ADF202E64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587"/>
            <p14:sldId id="588"/>
            <p14:sldId id="267"/>
            <p14:sldId id="622"/>
            <p14:sldId id="269"/>
            <p14:sldId id="270"/>
            <p14:sldId id="623"/>
            <p14:sldId id="624"/>
            <p14:sldId id="271"/>
            <p14:sldId id="272"/>
            <p14:sldId id="628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594"/>
            <p14:sldId id="282"/>
          </p14:sldIdLst>
        </p14:section>
      </p14:sectionLst>
    </p:ext>
    <p:ext uri="{EFAFB233-063F-42B5-8137-9DF3F51BA10A}">
      <p15:sldGuideLst xmlns:p15="http://schemas.microsoft.com/office/powerpoint/2012/main">
        <p15:guide id="1" pos="454">
          <p15:clr>
            <a:srgbClr val="747775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6DAB643-D88A-3E75-0270-FC2E3B49D3D7}" name="kym melo" initials="km" userId="cd73f0512394dcac" providerId="Windows Live"/>
  <p188:author id="{8707A45E-4514-CAE5-3C40-E2CD3DAFA70C}" name="Isabel Cruz do amaral Pupo" initials="IC" userId="S::isabel_pupo@vanzolini-ead.org.br::8f4c32d8-231f-4630-ae3e-1dca2f05616d" providerId="AD"/>
  <p188:author id="{5609E583-6F6E-D26E-3483-A990B1ED9307}" name="Alice Girodo Elias" initials="AE" userId="S::alice_elias@vanzolini-ead.org.br::83a86b8d-5fdd-48ae-8c3d-d7029cde8382" providerId="AD"/>
  <p188:author id="{8467A299-AEEB-4E65-505E-275447848D9D}" name="ACER" initials="A" userId="ACER" providerId="None"/>
  <p188:author id="{4BD3CBB0-6750-1FDD-67D3-2ACB669506AF}" name="Soraia Novaes" initials="SN" userId="S::soraia.novaes@apoiofde.sp.gov.br::f517fece-32b1-4449-a5a1-33836cdfbea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29AC2"/>
    <a:srgbClr val="285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6EA7CF-D1B4-995B-2DF9-CB1430046168}" v="926" dt="2026-08-25T17:45:12.736"/>
    <p1510:client id="{ABC4C88C-D712-E0F8-0311-8196EA3E94D9}" v="874" dt="2026-08-26T22:28:45.010"/>
  </p1510:revLst>
</p1510:revInfo>
</file>

<file path=ppt/tableStyles.xml><?xml version="1.0" encoding="utf-8"?>
<a:tblStyleLst xmlns:a="http://schemas.openxmlformats.org/drawingml/2006/main" def="{F98117E4-6555-4A4F-B310-87134BD24971}">
  <a:tblStyle styleId="{F98117E4-6555-4A4F-B310-87134BD249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67" autoAdjust="0"/>
    <p:restoredTop sz="87400" autoAdjust="0"/>
  </p:normalViewPr>
  <p:slideViewPr>
    <p:cSldViewPr snapToGrid="0">
      <p:cViewPr varScale="1">
        <p:scale>
          <a:sx n="93" d="100"/>
          <a:sy n="93" d="100"/>
        </p:scale>
        <p:origin x="1332" y="84"/>
      </p:cViewPr>
      <p:guideLst>
        <p:guide pos="45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microsoft.com/office/2015/10/relationships/revisionInfo" Target="revisionInfo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3" name="Google Shape;27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2714" name="Google Shape;27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Google Shape;271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18" name="Google Shape;271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Google Shape;2726;g3f3af8d0963_0_9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7" name="Google Shape;2727;g3f3af8d0963_0_9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/>
          </a:p>
        </p:txBody>
      </p:sp>
      <p:sp>
        <p:nvSpPr>
          <p:cNvPr id="2728" name="Google Shape;2728;g3f3af8d0963_0_9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68" name="Google Shape;276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Google Shape;278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7" name="Google Shape;27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Google Shape;2795;g3ee235a11d4_0_43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96" name="Google Shape;2796;g3ee235a11d4_0_4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8" name="Google Shape;2818;g3ee235a11d4_0_43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9" name="Google Shape;2819;g3ee235a11d4_0_43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0" name="Google Shape;2820;g3ee235a11d4_0_43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" name="Google Shape;2826;g3f3d9419f3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7" name="Google Shape;2827;g3f3d9419f3a_0_6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28" name="Google Shape;2828;g3f3d9419f3a_0_6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g3f3d9419f3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4" name="Google Shape;2834;g3f3d9419f3a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5" name="Google Shape;2835;g3f3d9419f3a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A00ED82E-5C65-FC31-6A2D-437AF18F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B4F84568-387E-1CEC-A8C0-B2F9174783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953BD46-A29E-B914-D694-176EF9E62E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205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E7C81573-FC1E-5635-F2C8-90B165D4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1:notes">
            <a:extLst>
              <a:ext uri="{FF2B5EF4-FFF2-40B4-BE49-F238E27FC236}">
                <a16:creationId xmlns:a16="http://schemas.microsoft.com/office/drawing/2014/main" id="{066A3378-5371-33C7-CF42-744FEFA34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6" name="Google Shape;866;p21:notes">
            <a:extLst>
              <a:ext uri="{FF2B5EF4-FFF2-40B4-BE49-F238E27FC236}">
                <a16:creationId xmlns:a16="http://schemas.microsoft.com/office/drawing/2014/main" id="{15ED1C64-30CB-AC37-9B70-6AF5E03562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60141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f3afb9c22e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5" name="Google Shape;2885;g3f3afb9c22e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86" name="Google Shape;2886;g3f3afb9c22e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0">
          <a:extLst>
            <a:ext uri="{FF2B5EF4-FFF2-40B4-BE49-F238E27FC236}">
              <a16:creationId xmlns:a16="http://schemas.microsoft.com/office/drawing/2014/main" id="{2DBDCE77-0427-F351-2541-FEEDE4928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2:notes">
            <a:extLst>
              <a:ext uri="{FF2B5EF4-FFF2-40B4-BE49-F238E27FC236}">
                <a16:creationId xmlns:a16="http://schemas.microsoft.com/office/drawing/2014/main" id="{E602BC7C-5F08-6E27-765A-C765DC4D3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2:notes">
            <a:extLst>
              <a:ext uri="{FF2B5EF4-FFF2-40B4-BE49-F238E27FC236}">
                <a16:creationId xmlns:a16="http://schemas.microsoft.com/office/drawing/2014/main" id="{61E6D7D3-1720-CF56-DA6B-CBAA25ADD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77066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4" name="Google Shape;2904;g3f3d594cd96_0_6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05" name="Google Shape;2905;g3f3d594cd96_0_6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06" name="Google Shape;2906;g3f3d594cd96_0_6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ee235a11d4_0_44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g3ee235a11d4_0_4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>
          <a:extLst>
            <a:ext uri="{FF2B5EF4-FFF2-40B4-BE49-F238E27FC236}">
              <a16:creationId xmlns:a16="http://schemas.microsoft.com/office/drawing/2014/main" id="{A5B6C4A0-CB8F-36DE-AF65-3CC0D067F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ee235a11d4_0_4446:notes">
            <a:extLst>
              <a:ext uri="{FF2B5EF4-FFF2-40B4-BE49-F238E27FC236}">
                <a16:creationId xmlns:a16="http://schemas.microsoft.com/office/drawing/2014/main" id="{7BD5CDCA-8375-4626-BA6B-AB041BB05D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g3ee235a11d4_0_4446:notes">
            <a:extLst>
              <a:ext uri="{FF2B5EF4-FFF2-40B4-BE49-F238E27FC236}">
                <a16:creationId xmlns:a16="http://schemas.microsoft.com/office/drawing/2014/main" id="{93ADB8AD-1F66-FD69-7301-D01DD556E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78611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5">
          <a:extLst>
            <a:ext uri="{FF2B5EF4-FFF2-40B4-BE49-F238E27FC236}">
              <a16:creationId xmlns:a16="http://schemas.microsoft.com/office/drawing/2014/main" id="{BD269CD3-1577-61B5-BD21-4BCBB55D9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6" name="Google Shape;2916;g3ee235a11d4_0_4446:notes">
            <a:extLst>
              <a:ext uri="{FF2B5EF4-FFF2-40B4-BE49-F238E27FC236}">
                <a16:creationId xmlns:a16="http://schemas.microsoft.com/office/drawing/2014/main" id="{8577BCA0-7D15-F1C4-FF34-D5EFD318CC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7" name="Google Shape;2917;g3ee235a11d4_0_4446:notes">
            <a:extLst>
              <a:ext uri="{FF2B5EF4-FFF2-40B4-BE49-F238E27FC236}">
                <a16:creationId xmlns:a16="http://schemas.microsoft.com/office/drawing/2014/main" id="{F9C99A8E-83EF-95FD-42B3-859A51CB2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1685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" name="Google Shape;2938;g3f6172b20c7_0_4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9" name="Google Shape;2939;g3f6172b20c7_0_4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g3ef67a65e8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7" name="Google Shape;2947;g3ef67a65e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5">
          <a:extLst>
            <a:ext uri="{FF2B5EF4-FFF2-40B4-BE49-F238E27FC236}">
              <a16:creationId xmlns:a16="http://schemas.microsoft.com/office/drawing/2014/main" id="{118CD75D-A125-08B6-B1AA-673A33B26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6" name="Google Shape;2946;g3ef67a65e86_0_0:notes">
            <a:extLst>
              <a:ext uri="{FF2B5EF4-FFF2-40B4-BE49-F238E27FC236}">
                <a16:creationId xmlns:a16="http://schemas.microsoft.com/office/drawing/2014/main" id="{96551E08-DFC8-F444-2359-DFCC0097D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7" name="Google Shape;2947;g3ef67a65e86_0_0:notes">
            <a:extLst>
              <a:ext uri="{FF2B5EF4-FFF2-40B4-BE49-F238E27FC236}">
                <a16:creationId xmlns:a16="http://schemas.microsoft.com/office/drawing/2014/main" id="{4DE91A5B-7083-E400-2704-8FFCA7D1C2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4090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3" name="Google Shape;2953;g3ee235a11d4_0_44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30400" lvl="0" indent="-228600" algn="l" rt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400"/>
              <a:buNone/>
            </a:pPr>
            <a:r>
              <a:rPr lang="pt-BR" sz="1200">
                <a:latin typeface="Poppins"/>
                <a:ea typeface="Poppins"/>
                <a:cs typeface="Poppins"/>
                <a:sym typeface="Poppins"/>
              </a:rPr>
              <a:t>	</a:t>
            </a:r>
            <a:endParaRPr/>
          </a:p>
        </p:txBody>
      </p:sp>
      <p:sp>
        <p:nvSpPr>
          <p:cNvPr id="2954" name="Google Shape;2954;g3ee235a11d4_0_44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g3ee235a11d4_0_44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0" name="Google Shape;2960;g3ee235a11d4_0_4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Google Shape;2965;g3ee235a11d4_0_448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66" name="Google Shape;2966;g3ee235a11d4_0_44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1" name="Google Shape;2971;g3ee235a11d4_0_4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2" name="Google Shape;2972;g3ee235a11d4_0_44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2973" name="Google Shape;2973;g3ee235a11d4_0_449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6" name="Google Shape;2976;g3ee235a11d4_0_4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7" name="Google Shape;2977;g3ee235a11d4_0_44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2978" name="Google Shape;2978;g3ee235a11d4_0_44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g3f33445703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8" name="Google Shape;2998;g3f334457031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2999" name="Google Shape;2999;g3f334457031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8" name="Google Shape;3018;g3ee235a11d4_0_45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9" name="Google Shape;3019;g3ee235a11d4_0_45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020" name="Google Shape;3020;g3ee235a11d4_0_45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4" name="Google Shape;3034;g3ee235a11d4_0_45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35" name="Google Shape;3035;g3ee235a11d4_0_45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6" name="Google Shape;3036;g3ee235a11d4_0_454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" name="Google Shape;3051;g3ee235a11d4_0_4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2" name="Google Shape;3052;g3ee235a11d4_0_45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lang="pt-BR"/>
          </a:p>
        </p:txBody>
      </p:sp>
      <p:sp>
        <p:nvSpPr>
          <p:cNvPr id="3053" name="Google Shape;3053;g3ee235a11d4_0_45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0" name="Google Shape;30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1" name="Google Shape;309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/>
              <a:t>		</a:t>
            </a:r>
            <a:endParaRPr/>
          </a:p>
        </p:txBody>
      </p:sp>
      <p:sp>
        <p:nvSpPr>
          <p:cNvPr id="3092" name="Google Shape;3092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7.png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30.png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2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4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2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5802699" y="1543035"/>
            <a:ext cx="4205858" cy="3044205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2149362" y="2398780"/>
            <a:ext cx="3401671" cy="157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 txBox="1"/>
          <p:nvPr/>
        </p:nvSpPr>
        <p:spPr>
          <a:xfrm>
            <a:off x="6069602" y="2317274"/>
            <a:ext cx="3578455" cy="570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6116400" y="2896479"/>
            <a:ext cx="3673776" cy="964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2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9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5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3"/>
          <p:cNvGrpSpPr/>
          <p:nvPr/>
        </p:nvGrpSpPr>
        <p:grpSpPr>
          <a:xfrm>
            <a:off x="9766737" y="6378809"/>
            <a:ext cx="2435595" cy="499855"/>
            <a:chOff x="14634602" y="9537218"/>
            <a:chExt cx="3653392" cy="749782"/>
          </a:xfrm>
        </p:grpSpPr>
        <p:pic>
          <p:nvPicPr>
            <p:cNvPr id="20" name="Google Shape;20;p3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3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3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3"/>
          <p:cNvGrpSpPr/>
          <p:nvPr/>
        </p:nvGrpSpPr>
        <p:grpSpPr>
          <a:xfrm>
            <a:off x="10400796" y="6090630"/>
            <a:ext cx="1791203" cy="767370"/>
            <a:chOff x="10400796" y="6090630"/>
            <a:chExt cx="1791203" cy="767370"/>
          </a:xfrm>
        </p:grpSpPr>
        <p:sp>
          <p:nvSpPr>
            <p:cNvPr id="25" name="Google Shape;25;p3"/>
            <p:cNvSpPr/>
            <p:nvPr/>
          </p:nvSpPr>
          <p:spPr>
            <a:xfrm>
              <a:off x="10400796" y="6090630"/>
              <a:ext cx="1791203" cy="76737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11842890" y="6090630"/>
              <a:ext cx="349109" cy="306142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3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6" cy="6964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28;p3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29" name="Google Shape;29;p3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4" name="Google Shape;34;p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575" cy="360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>
            <a:off x="6090044" y="840916"/>
            <a:ext cx="0" cy="5101049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5"/>
          <p:cNvSpPr txBox="1"/>
          <p:nvPr/>
        </p:nvSpPr>
        <p:spPr>
          <a:xfrm>
            <a:off x="1467545" y="885957"/>
            <a:ext cx="4045354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7467011" y="885654"/>
            <a:ext cx="4301563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1433188" y="2910758"/>
            <a:ext cx="3369028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" name="Google Shape;40;p5"/>
          <p:cNvSpPr txBox="1"/>
          <p:nvPr/>
        </p:nvSpPr>
        <p:spPr>
          <a:xfrm>
            <a:off x="1445466" y="4892412"/>
            <a:ext cx="3267249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7467011" y="2907641"/>
            <a:ext cx="438108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1395562" y="5322256"/>
            <a:ext cx="1723806" cy="29236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body" idx="3"/>
          </p:nvPr>
        </p:nvSpPr>
        <p:spPr>
          <a:xfrm>
            <a:off x="7467375" y="3483038"/>
            <a:ext cx="4044985" cy="1590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85" cy="1045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8" name="Google Shape;48;p5"/>
          <p:cNvGrpSpPr/>
          <p:nvPr/>
        </p:nvGrpSpPr>
        <p:grpSpPr>
          <a:xfrm>
            <a:off x="9756405" y="6215300"/>
            <a:ext cx="2435595" cy="499855"/>
            <a:chOff x="14634602" y="9537218"/>
            <a:chExt cx="3653392" cy="749782"/>
          </a:xfrm>
        </p:grpSpPr>
        <p:pic>
          <p:nvPicPr>
            <p:cNvPr id="49" name="Google Shape;49;p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" name="Google Shape;51;p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538284" y="960081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514540" y="2965834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" name="Google Shape;56;p5"/>
          <p:cNvGrpSpPr/>
          <p:nvPr/>
        </p:nvGrpSpPr>
        <p:grpSpPr>
          <a:xfrm>
            <a:off x="632680" y="3096505"/>
            <a:ext cx="486839" cy="481169"/>
            <a:chOff x="8278989" y="8660410"/>
            <a:chExt cx="569755" cy="563121"/>
          </a:xfrm>
        </p:grpSpPr>
        <p:grpSp>
          <p:nvGrpSpPr>
            <p:cNvPr id="57" name="Google Shape;57;p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58" name="Google Shape;58;p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0" name="Google Shape;60;p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8534039" y="8750044"/>
              <a:ext cx="314705" cy="225170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>
            <a:off x="516205" y="4942860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510134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6537750" y="974816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6643328" y="1077215"/>
            <a:ext cx="472784" cy="435244"/>
            <a:chOff x="8560697" y="2808577"/>
            <a:chExt cx="496370" cy="456957"/>
          </a:xfrm>
        </p:grpSpPr>
        <p:sp>
          <p:nvSpPr>
            <p:cNvPr id="67" name="Google Shape;67;p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8" name="Google Shape;68;p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9" name="Google Shape;69;p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5" name="Google Shape;75;p5"/>
          <p:cNvSpPr/>
          <p:nvPr/>
        </p:nvSpPr>
        <p:spPr>
          <a:xfrm>
            <a:off x="6537750" y="2962215"/>
            <a:ext cx="667589" cy="667589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637986" y="3070133"/>
            <a:ext cx="458663" cy="458561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7" name="Google Shape;77;p5"/>
          <p:cNvGrpSpPr/>
          <p:nvPr/>
        </p:nvGrpSpPr>
        <p:grpSpPr>
          <a:xfrm>
            <a:off x="664474" y="1066003"/>
            <a:ext cx="428502" cy="428501"/>
            <a:chOff x="9358184" y="2764785"/>
            <a:chExt cx="495514" cy="495513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2" name="Google Shape;82;p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375" cy="3739091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8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8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8"/>
          <p:cNvSpPr/>
          <p:nvPr/>
        </p:nvSpPr>
        <p:spPr>
          <a:xfrm>
            <a:off x="200184" y="44804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8"/>
          <p:cNvSpPr txBox="1"/>
          <p:nvPr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8" name="Google Shape;108;p9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9" name="Google Shape;109;p9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575" cy="126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" name="Google Shape;112;p9"/>
          <p:cNvSpPr txBox="1"/>
          <p:nvPr/>
        </p:nvSpPr>
        <p:spPr>
          <a:xfrm>
            <a:off x="4603178" y="173762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9"/>
          <p:cNvSpPr txBox="1"/>
          <p:nvPr/>
        </p:nvSpPr>
        <p:spPr>
          <a:xfrm>
            <a:off x="4574825" y="293423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9"/>
          <p:cNvSpPr txBox="1"/>
          <p:nvPr/>
        </p:nvSpPr>
        <p:spPr>
          <a:xfrm>
            <a:off x="4574825" y="4130845"/>
            <a:ext cx="221029" cy="588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9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9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0"/>
          <p:cNvSpPr/>
          <p:nvPr/>
        </p:nvSpPr>
        <p:spPr>
          <a:xfrm>
            <a:off x="5260792" y="304269"/>
            <a:ext cx="6553729" cy="556821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0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2" name="Google Shape;122;p10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832" cy="4145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/>
          <p:nvPr/>
        </p:nvSpPr>
        <p:spPr>
          <a:xfrm>
            <a:off x="632648" y="1011053"/>
            <a:ext cx="63456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9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12"/>
          <p:cNvGrpSpPr/>
          <p:nvPr/>
        </p:nvGrpSpPr>
        <p:grpSpPr>
          <a:xfrm>
            <a:off x="0" y="1"/>
            <a:ext cx="8566485" cy="5380264"/>
            <a:chOff x="0" y="0"/>
            <a:chExt cx="8566485" cy="5808133"/>
          </a:xfrm>
        </p:grpSpPr>
        <p:sp>
          <p:nvSpPr>
            <p:cNvPr id="131" name="Google Shape;131;p12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2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2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4" name="Google Shape;134;p1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625132" y="2553290"/>
            <a:ext cx="6814747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13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13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/>
          <p:nvPr/>
        </p:nvSpPr>
        <p:spPr>
          <a:xfrm>
            <a:off x="3426936" y="0"/>
            <a:ext cx="8781698" cy="6886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1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55" name="Google Shape;155;p1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6" name="Google Shape;156;p1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7" name="Google Shape;157;p1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8" name="Google Shape;158;p1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1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1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" name="Google Shape;166;p1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3" name="Google Shape;173;p1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74" name="Google Shape;174;p1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75" name="Google Shape;175;p1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6" name="Google Shape;176;p1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42" cy="16745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7" name="Google Shape;177;p1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1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1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705" cy="1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598" cy="345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3" name="Google Shape;183;p1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599" cy="138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42" cy="163005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5" name="Google Shape;185;p16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7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85" cy="72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17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308" cy="126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17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8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062" cy="1732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" name="Google Shape;200;p18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640" cy="348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9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782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9" name="Google Shape;209;p19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6924" cy="35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" name="Google Shape;210;p19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89" cy="242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" name="Google Shape;211;p19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793" cy="3216275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12" name="Google Shape;212;p19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0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783" cy="1189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20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716" cy="295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20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0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716" cy="3736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717" cy="369979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" name="Google Shape;231;p21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785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785" cy="310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21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200185" y="269162"/>
            <a:ext cx="2290073" cy="1671398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3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23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3877" cy="546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1" name="Google Shape;251;p23"/>
          <p:cNvSpPr/>
          <p:nvPr/>
        </p:nvSpPr>
        <p:spPr>
          <a:xfrm>
            <a:off x="214209" y="372431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664925" y="998108"/>
            <a:ext cx="1486327" cy="359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24"/>
          <p:cNvCxnSpPr/>
          <p:nvPr/>
        </p:nvCxnSpPr>
        <p:spPr>
          <a:xfrm rot="10800000">
            <a:off x="4997465" y="2618483"/>
            <a:ext cx="6017865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5" name="Google Shape;255;p24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6" name="Google Shape;256;p24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055" cy="11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7" name="Google Shape;257;p24"/>
          <p:cNvCxnSpPr/>
          <p:nvPr/>
        </p:nvCxnSpPr>
        <p:spPr>
          <a:xfrm rot="10800000">
            <a:off x="4997465" y="4669769"/>
            <a:ext cx="5961159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8" name="Google Shape;258;p24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140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" name="Google Shape;259;p24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053" cy="1130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6" cy="61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5" cy="8289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" name="Google Shape;266;p25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7" name="Google Shape;267;p25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1" name="Google Shape;271;p25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78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76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69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57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5888" cy="503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017" cy="446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8"/>
          <p:cNvSpPr txBox="1"/>
          <p:nvPr/>
        </p:nvSpPr>
        <p:spPr>
          <a:xfrm>
            <a:off x="473493" y="697144"/>
            <a:ext cx="1829795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2" name="Google Shape;312;p30"/>
          <p:cNvGrpSpPr/>
          <p:nvPr/>
        </p:nvGrpSpPr>
        <p:grpSpPr>
          <a:xfrm>
            <a:off x="0" y="0"/>
            <a:ext cx="8566485" cy="5808133"/>
            <a:chOff x="0" y="0"/>
            <a:chExt cx="8566485" cy="5808133"/>
          </a:xfrm>
        </p:grpSpPr>
        <p:sp>
          <p:nvSpPr>
            <p:cNvPr id="313" name="Google Shape;313;p30"/>
            <p:cNvSpPr/>
            <p:nvPr/>
          </p:nvSpPr>
          <p:spPr>
            <a:xfrm>
              <a:off x="0" y="0"/>
              <a:ext cx="8566485" cy="465666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/>
            <p:nvPr/>
          </p:nvSpPr>
          <p:spPr>
            <a:xfrm>
              <a:off x="0" y="0"/>
              <a:ext cx="8566485" cy="5808133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30"/>
            <p:cNvSpPr/>
            <p:nvPr/>
          </p:nvSpPr>
          <p:spPr>
            <a:xfrm>
              <a:off x="0" y="3890433"/>
              <a:ext cx="1109133" cy="191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0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23" cy="3128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7" name="Google Shape;317;p30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91" cy="404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2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1" name="Google Shape;321;p32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2" name="Google Shape;322;p32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3" name="Google Shape;323;p32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509" cy="837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3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3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9" name="Google Shape;329;p33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33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2" name="Google Shape;332;p33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33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41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4" name="Google Shape;334;p33"/>
          <p:cNvSpPr txBox="1"/>
          <p:nvPr/>
        </p:nvSpPr>
        <p:spPr>
          <a:xfrm>
            <a:off x="727002" y="749326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9" name="Google Shape;339;p3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305" cy="3067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4"/>
          <p:cNvSpPr txBox="1"/>
          <p:nvPr/>
        </p:nvSpPr>
        <p:spPr>
          <a:xfrm>
            <a:off x="4535254" y="1129596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34"/>
          <p:cNvCxnSpPr/>
          <p:nvPr/>
        </p:nvCxnSpPr>
        <p:spPr>
          <a:xfrm>
            <a:off x="4535253" y="1685408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3" name="Google Shape;343;p34"/>
          <p:cNvSpPr txBox="1"/>
          <p:nvPr/>
        </p:nvSpPr>
        <p:spPr>
          <a:xfrm>
            <a:off x="4535254" y="2594775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34"/>
          <p:cNvCxnSpPr/>
          <p:nvPr/>
        </p:nvCxnSpPr>
        <p:spPr>
          <a:xfrm>
            <a:off x="4535253" y="3150587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5" name="Google Shape;345;p34"/>
          <p:cNvSpPr txBox="1"/>
          <p:nvPr/>
        </p:nvSpPr>
        <p:spPr>
          <a:xfrm>
            <a:off x="4535254" y="4059954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4"/>
          <p:cNvCxnSpPr/>
          <p:nvPr/>
        </p:nvCxnSpPr>
        <p:spPr>
          <a:xfrm>
            <a:off x="4535253" y="461576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7" name="Google Shape;347;p34"/>
          <p:cNvSpPr txBox="1"/>
          <p:nvPr/>
        </p:nvSpPr>
        <p:spPr>
          <a:xfrm>
            <a:off x="4535254" y="5525133"/>
            <a:ext cx="546847" cy="48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34"/>
          <p:cNvCxnSpPr/>
          <p:nvPr/>
        </p:nvCxnSpPr>
        <p:spPr>
          <a:xfrm>
            <a:off x="4535253" y="6080945"/>
            <a:ext cx="6858888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49" name="Google Shape;349;p3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0" name="Google Shape;350;p3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1" name="Google Shape;351;p3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3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675" cy="924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3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136" cy="3899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35"/>
          <p:cNvSpPr txBox="1"/>
          <p:nvPr/>
        </p:nvSpPr>
        <p:spPr>
          <a:xfrm>
            <a:off x="918094" y="4658787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59" name="Google Shape;359;p35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233" cy="4068233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60" name="Google Shape;360;p35"/>
          <p:cNvSpPr txBox="1"/>
          <p:nvPr/>
        </p:nvSpPr>
        <p:spPr>
          <a:xfrm>
            <a:off x="4676921" y="734022"/>
            <a:ext cx="5440600" cy="718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5"/>
          <p:cNvSpPr/>
          <p:nvPr/>
        </p:nvSpPr>
        <p:spPr>
          <a:xfrm>
            <a:off x="1827147" y="369589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/>
        </p:nvSpPr>
        <p:spPr>
          <a:xfrm>
            <a:off x="2025947" y="3952324"/>
            <a:ext cx="2001764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78" cy="40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7" name="Google Shape;367;p3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53" cy="2612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8" name="Google Shape;368;p3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665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2000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4" name="Google Shape;374;p37"/>
          <p:cNvCxnSpPr/>
          <p:nvPr/>
        </p:nvCxnSpPr>
        <p:spPr>
          <a:xfrm>
            <a:off x="460698" y="3353252"/>
            <a:ext cx="11844716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75" name="Google Shape;375;p3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200" cy="225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6" name="Google Shape;376;p3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432" cy="41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377" name="Google Shape;377;p3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72;p25">
            <a:extLst>
              <a:ext uri="{FF2B5EF4-FFF2-40B4-BE49-F238E27FC236}">
                <a16:creationId xmlns:a16="http://schemas.microsoft.com/office/drawing/2014/main" id="{60BC6151-CF9A-1BE0-03C3-D946F95E131A}"/>
              </a:ext>
            </a:extLst>
          </p:cNvPr>
          <p:cNvSpPr txBox="1"/>
          <p:nvPr userDrawn="1"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3" name="Google Shape;383;p38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84" name="Google Shape;384;p38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5" name="Google Shape;385;p38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6" name="Google Shape;386;p38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387" name="Google Shape;387;p38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388" name="Google Shape;388;p3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89" name="Google Shape;389;p3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0" name="Google Shape;390;p3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1" name="Google Shape;391;p3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392" name="Google Shape;392;p3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38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38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8" name="Google Shape;398;p39"/>
          <p:cNvCxnSpPr/>
          <p:nvPr/>
        </p:nvCxnSpPr>
        <p:spPr>
          <a:xfrm>
            <a:off x="1559442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99" name="Google Shape;399;p39"/>
          <p:cNvCxnSpPr/>
          <p:nvPr/>
        </p:nvCxnSpPr>
        <p:spPr>
          <a:xfrm rot="10800000">
            <a:off x="1147295" y="4639450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0" name="Google Shape;400;p39"/>
          <p:cNvCxnSpPr/>
          <p:nvPr/>
        </p:nvCxnSpPr>
        <p:spPr>
          <a:xfrm rot="10800000">
            <a:off x="6787299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1" name="Google Shape;401;p39"/>
          <p:cNvCxnSpPr/>
          <p:nvPr/>
        </p:nvCxnSpPr>
        <p:spPr>
          <a:xfrm>
            <a:off x="3961499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02" name="Google Shape;402;p39"/>
          <p:cNvCxnSpPr/>
          <p:nvPr/>
        </p:nvCxnSpPr>
        <p:spPr>
          <a:xfrm>
            <a:off x="9587327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03" name="Google Shape;403;p3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4" name="Google Shape;404;p3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6" name="Google Shape;406;p3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125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07" name="Google Shape;407;p3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3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3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1" name="Google Shape;411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3" name="Google Shape;413;p40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14" name="Google Shape;414;p40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5" name="Google Shape;415;p40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6" name="Google Shape;416;p40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17" name="Google Shape;417;p40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18" name="Google Shape;418;p4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19" name="Google Shape;419;p4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0" name="Google Shape;420;p4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1" name="Google Shape;421;p4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22" name="Google Shape;422;p4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3" name="Google Shape;423;p4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24" name="Google Shape;424;p40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25" name="Google Shape;425;p40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0"/>
          <p:cNvSpPr txBox="1"/>
          <p:nvPr/>
        </p:nvSpPr>
        <p:spPr>
          <a:xfrm>
            <a:off x="495695" y="718480"/>
            <a:ext cx="1813440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0" name="Google Shape;430;p41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31" name="Google Shape;431;p41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2" name="Google Shape;432;p41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3" name="Google Shape;433;p41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34" name="Google Shape;434;p41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35" name="Google Shape;435;p4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6" name="Google Shape;436;p4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7" name="Google Shape;437;p4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8" name="Google Shape;438;p4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39" name="Google Shape;439;p4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0" name="Google Shape;440;p4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41" name="Google Shape;441;p41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42" name="Google Shape;442;p41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1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7" name="Google Shape;447;p42"/>
          <p:cNvCxnSpPr/>
          <p:nvPr/>
        </p:nvCxnSpPr>
        <p:spPr>
          <a:xfrm>
            <a:off x="1185264" y="3909375"/>
            <a:ext cx="10745972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20355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5263300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0" name="Google Shape;450;p42"/>
          <p:cNvCxnSpPr/>
          <p:nvPr/>
        </p:nvCxnSpPr>
        <p:spPr>
          <a:xfrm>
            <a:off x="2959237" y="1592470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7589194" y="1577706"/>
            <a:ext cx="0" cy="14996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2" name="Google Shape;452;p4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3" name="Google Shape;453;p4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4" name="Google Shape;454;p4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5" name="Google Shape;455;p4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56" name="Google Shape;456;p4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7" name="Google Shape;457;p4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681" cy="1677459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458" name="Google Shape;458;p42"/>
          <p:cNvCxnSpPr/>
          <p:nvPr/>
        </p:nvCxnSpPr>
        <p:spPr>
          <a:xfrm rot="10800000">
            <a:off x="9869167" y="4624656"/>
            <a:ext cx="0" cy="139904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459" name="Google Shape;459;p4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4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5" name="Google Shape;465;p4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6" name="Google Shape;466;p4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67" name="Google Shape;467;p4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468" name="Google Shape;468;p43"/>
          <p:cNvGrpSpPr/>
          <p:nvPr/>
        </p:nvGrpSpPr>
        <p:grpSpPr>
          <a:xfrm>
            <a:off x="9756405" y="6381592"/>
            <a:ext cx="2435595" cy="499855"/>
            <a:chOff x="14634602" y="9537218"/>
            <a:chExt cx="3653392" cy="749782"/>
          </a:xfrm>
        </p:grpSpPr>
        <p:pic>
          <p:nvPicPr>
            <p:cNvPr id="469" name="Google Shape;469;p4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4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1" name="Google Shape;471;p4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584" cy="17447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583" cy="263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77" name="Google Shape;477;p43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3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4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4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499" cy="451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4" name="Google Shape;484;p44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44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5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45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46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595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96" name="Google Shape;496;p46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4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182" cy="1303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00" name="Google Shape;500;p47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7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8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441" cy="1081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7" name="Google Shape;507;p48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441" cy="1667933"/>
          </a:xfrm>
          <a:prstGeom prst="rect">
            <a:avLst/>
          </a:prstGeom>
          <a:noFill/>
          <a:ln>
            <a:noFill/>
          </a:ln>
        </p:spPr>
      </p:sp>
      <p:sp>
        <p:nvSpPr>
          <p:cNvPr id="508" name="Google Shape;508;p48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48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49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68" cy="3295901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14" name="Google Shape;514;p49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1" cy="279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5" name="Google Shape;515;p49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1" cy="1363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6" name="Google Shape;516;p49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49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9" name="Google Shape;51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50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20" cy="520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2" name="Google Shape;522;p50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789" cy="376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3" name="Google Shape;523;p50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75" cy="376111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524" name="Google Shape;524;p50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0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5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0" name="Google Shape;530;p5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1" name="Google Shape;531;p5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2" name="Google Shape;532;p51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1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Google Shape;535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2000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2000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2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8" name="Google Shape;538;p52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9" name="Google Shape;539;p52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40049" cy="163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0" name="Google Shape;540;p52"/>
          <p:cNvSpPr/>
          <p:nvPr/>
        </p:nvSpPr>
        <p:spPr>
          <a:xfrm>
            <a:off x="200184" y="224527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52"/>
          <p:cNvSpPr txBox="1"/>
          <p:nvPr/>
        </p:nvSpPr>
        <p:spPr>
          <a:xfrm>
            <a:off x="527108" y="662359"/>
            <a:ext cx="1727281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3" name="Google Shape;543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p53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53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3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5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8" name="Google Shape;548;p5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49" name="Google Shape;549;p5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5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5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52" name="Google Shape;552;p5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3" name="Google Shape;553;p53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4"/>
          <p:cNvSpPr/>
          <p:nvPr/>
        </p:nvSpPr>
        <p:spPr>
          <a:xfrm>
            <a:off x="448134" y="414865"/>
            <a:ext cx="3223941" cy="3223928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4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0" name="Google Shape;560;p5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1" name="Google Shape;561;p5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5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5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64" name="Google Shape;564;p5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5" name="Google Shape;565;p54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54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54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54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68"/>
          <a:stretch/>
        </p:blipFill>
        <p:spPr>
          <a:xfrm>
            <a:off x="428798" y="386760"/>
            <a:ext cx="3243277" cy="324327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72" name="Google Shape;572;p55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4" name="Google Shape;574;p5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5" name="Google Shape;575;p5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76" name="Google Shape;576;p5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7" name="Google Shape;577;p55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55"/>
          <p:cNvSpPr txBox="1"/>
          <p:nvPr/>
        </p:nvSpPr>
        <p:spPr>
          <a:xfrm>
            <a:off x="2806376" y="3120112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" name="Google Shape;580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56" descr="Câmera fotográfica preta&#10;&#10;Descrição gerada automaticamente"/>
          <p:cNvSpPr/>
          <p:nvPr/>
        </p:nvSpPr>
        <p:spPr>
          <a:xfrm>
            <a:off x="428798" y="386760"/>
            <a:ext cx="3243277" cy="32432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56"/>
          <p:cNvSpPr txBox="1"/>
          <p:nvPr/>
        </p:nvSpPr>
        <p:spPr>
          <a:xfrm>
            <a:off x="485664" y="3463802"/>
            <a:ext cx="833169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56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143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4" name="Google Shape;584;p56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730" cy="9576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5" name="Google Shape;585;p56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86" name="Google Shape;586;p56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87" name="Google Shape;587;p56"/>
          <p:cNvSpPr/>
          <p:nvPr/>
        </p:nvSpPr>
        <p:spPr>
          <a:xfrm>
            <a:off x="2256369" y="2700818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56"/>
          <p:cNvSpPr txBox="1"/>
          <p:nvPr/>
        </p:nvSpPr>
        <p:spPr>
          <a:xfrm>
            <a:off x="2578394" y="3162010"/>
            <a:ext cx="1600935" cy="656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57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730" cy="95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2" name="Google Shape;592;p5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7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633" cy="3781425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57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600" cy="148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95" name="Google Shape;595;p57"/>
          <p:cNvSpPr/>
          <p:nvPr/>
        </p:nvSpPr>
        <p:spPr>
          <a:xfrm>
            <a:off x="214209" y="231883"/>
            <a:ext cx="2290073" cy="1593683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7"/>
          <p:cNvSpPr txBox="1"/>
          <p:nvPr/>
        </p:nvSpPr>
        <p:spPr>
          <a:xfrm>
            <a:off x="779302" y="669715"/>
            <a:ext cx="1313833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5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9" name="Google Shape;599;p58"/>
          <p:cNvCxnSpPr/>
          <p:nvPr/>
        </p:nvCxnSpPr>
        <p:spPr>
          <a:xfrm>
            <a:off x="343022" y="609127"/>
            <a:ext cx="7496113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0" name="Google Shape;600;p58"/>
          <p:cNvSpPr txBox="1"/>
          <p:nvPr/>
        </p:nvSpPr>
        <p:spPr>
          <a:xfrm>
            <a:off x="343021" y="409155"/>
            <a:ext cx="4153598" cy="2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5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6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608" name="Google Shape;608;p6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609" name="Google Shape;609;p6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610" name="Google Shape;610;p6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6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3" name="Google Shape;613;p62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614" name="Google Shape;614;p62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62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62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7" name="Google Shape;617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p62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619" name="Google Shape;619;p62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2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21" name="Google Shape;621;p62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22" name="Google Shape;622;p62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623" name="Google Shape;623;p6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6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628" name="Google Shape;628;p6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p64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31" name="Google Shape;631;p64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2" name="Google Shape;632;p64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3" name="Google Shape;633;p64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4" name="Google Shape;634;p64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5" name="Google Shape;635;p64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36" name="Google Shape;636;p64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64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638" name="Google Shape;638;p64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9" name="Google Shape;639;p64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0" name="Google Shape;640;p64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1" name="Google Shape;641;p64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642" name="Google Shape;642;p64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643" name="Google Shape;643;p6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4" name="Google Shape;644;p64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5" name="Google Shape;645;p64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6" name="Google Shape;646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64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0" name="Google Shape;650;p64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651" name="Google Shape;651;p64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652" name="Google Shape;652;p64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64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4" name="Google Shape;654;p64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64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64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64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64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0" name="Google Shape;660;p64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661" name="Google Shape;661;p64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2" name="Google Shape;662;p64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663" name="Google Shape;663;p64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64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64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64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64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64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69" name="Google Shape;669;p64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64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71" name="Google Shape;671;p64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672" name="Google Shape;672;p64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673" name="Google Shape;673;p64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64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64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76" name="Google Shape;676;p64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64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p6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1" name="Google Shape;681;p6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6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65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4" name="Google Shape;684;p6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6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7" name="Google Shape;687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66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0" name="Google Shape;690;p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6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6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02" name="Google Shape;702;p6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3" name="Google Shape;703;p6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4" name="Google Shape;704;p6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5" name="Google Shape;705;p6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06" name="Google Shape;706;p6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6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6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6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6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6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3" name="Google Shape;713;p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6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6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16" name="Google Shape;716;p6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Google Shape;718;p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20" name="Google Shape;720;p7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21" name="Google Shape;721;p7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24" name="Google Shape;724;p7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725" name="Google Shape;725;p7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8" name="Google Shape;728;p7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7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3" name="Google Shape;733;p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73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7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7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7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7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7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3" name="Google Shape;743;p7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44" name="Google Shape;744;p7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45" name="Google Shape;745;p7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6" name="Google Shape;746;p7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47" name="Google Shape;747;p7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8" name="Google Shape;748;p7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9" name="Google Shape;749;p7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0" name="Google Shape;750;p7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1" name="Google Shape;751;p7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2" name="Google Shape;752;p7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3" name="Google Shape;753;p7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54" name="Google Shape;754;p7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55" name="Google Shape;755;p7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7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8" name="Google Shape;758;p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7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7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7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2" name="Google Shape;762;p7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763" name="Google Shape;763;p7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764" name="Google Shape;764;p7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5" name="Google Shape;765;p7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66" name="Google Shape;766;p7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7" name="Google Shape;767;p7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8" name="Google Shape;768;p7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9" name="Google Shape;769;p7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0" name="Google Shape;770;p7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1" name="Google Shape;771;p7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2" name="Google Shape;772;p7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3" name="Google Shape;773;p7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74" name="Google Shape;774;p7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76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7" name="Google Shape;777;p76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8" name="Google Shape;778;p76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9" name="Google Shape;779;p76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0" name="Google Shape;780;p76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1" name="Google Shape;781;p7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7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Google Shape;784;p7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7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7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7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77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9" name="Google Shape;789;p77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0" name="Google Shape;790;p77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77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3" name="Google Shape;793;p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8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78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78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78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8" name="Google Shape;798;p78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9" name="Google Shape;799;p78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0" name="Google Shape;800;p78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801" name="Google Shape;801;p7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7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4" name="Google Shape;804;p7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7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7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7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79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9" name="Google Shape;809;p79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0" name="Google Shape;810;p79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79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12" name="Google Shape;812;p7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7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8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8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8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8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20" name="Google Shape;820;p8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1" name="Google Shape;821;p8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22" name="Google Shape;822;p8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8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5" name="Google Shape;825;p8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8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8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8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81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0" name="Google Shape;830;p81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1" name="Google Shape;831;p81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81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4" name="Google Shape;834;p8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8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8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8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82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9" name="Google Shape;839;p82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0" name="Google Shape;840;p8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8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3" name="Google Shape;843;p83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4" name="Google Shape;844;p83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5" name="Google Shape;845;p83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846" name="Google Shape;846;p83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847" name="Google Shape;847;p83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848" name="Google Shape;848;p83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49" name="Google Shape;849;p83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50" name="Google Shape;850;p83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8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3" name="Google Shape;853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84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5" name="Google Shape;855;p84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6" name="Google Shape;856;p84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7" name="Google Shape;857;p84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8" name="Google Shape;858;p84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9" name="Google Shape;859;p84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0" name="Google Shape;860;p8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8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" name="Google Shape;863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4" name="Google Shape;86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5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6" name="Google Shape;866;p85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7" name="Google Shape;867;p85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8" name="Google Shape;868;p85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9" name="Google Shape;869;p85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0" name="Google Shape;870;p85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1" name="Google Shape;871;p85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2" name="Google Shape;872;p8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p8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5" name="Google Shape;875;p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86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8" name="Google Shape;878;p86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9" name="Google Shape;879;p86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0" name="Google Shape;880;p86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1" name="Google Shape;881;p86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2" name="Google Shape;882;p86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3" name="Google Shape;883;p86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4" name="Google Shape;884;p8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8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7" name="Google Shape;887;p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8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0" name="Google Shape;890;p8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1" name="Google Shape;891;p8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2" name="Google Shape;892;p8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3" name="Google Shape;893;p8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4" name="Google Shape;894;p8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5" name="Google Shape;895;p8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8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8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Google Shape;900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1" name="Google Shape;901;p89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902" name="Google Shape;902;p89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89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89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05" name="Google Shape;905;p89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6" name="Google Shape;906;p89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 2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1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0" name="Google Shape;910;p91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1" name="Google Shape;911;p91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2" name="Google Shape;912;p91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9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6" name="Google Shape;916;p9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92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8" name="Google Shape;918;p92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9" name="Google Shape;919;p92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0" name="Google Shape;920;p92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1" name="Google Shape;921;p92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2" name="Google Shape;922;p92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3" name="Google Shape;923;p92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 2"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9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26" name="Google Shape;926;p93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94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94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94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1" name="Google Shape;931;p94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2" name="Google Shape;932;p94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94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934" name="Google Shape;934;p94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5" name="Google Shape;935;p94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936" name="Google Shape;936;p94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7" name="Google Shape;937;p94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938" name="Google Shape;938;p94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39" name="Google Shape;939;p94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940" name="Google Shape;940;p94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941" name="Google Shape;941;p94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2" name="Google Shape;942;p94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3" name="Google Shape;943;p94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4" name="Google Shape;944;p94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5" name="Google Shape;945;p9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9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95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950" name="Google Shape;950;p95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51" name="Google Shape;951;p95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95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9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956" name="Google Shape;956;p9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7" name="Google Shape;957;p9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8" name="Google Shape;958;p9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9" name="Google Shape;959;p9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9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" name="Google Shape;962;p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4" name="Google Shape;964;p9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965" name="Google Shape;965;p9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6" name="Google Shape;966;p9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967" name="Google Shape;967;p9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9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9" name="Google Shape;969;p9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3" name="Google Shape;973;p9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74" name="Google Shape;974;p9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5" name="Google Shape;975;p9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6" name="Google Shape;976;p9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77" name="Google Shape;977;p9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78" name="Google Shape;978;p9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79" name="Google Shape;979;p9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0" name="Google Shape;980;p9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1" name="Google Shape;981;p9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82" name="Google Shape;982;p9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3" name="Google Shape;983;p9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p9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6" name="Google Shape;986;p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8" name="Google Shape;988;p9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989" name="Google Shape;989;p9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0" name="Google Shape;990;p9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1" name="Google Shape;991;p9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992" name="Google Shape;992;p9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993" name="Google Shape;993;p9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4" name="Google Shape;994;p9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5" name="Google Shape;995;p9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6" name="Google Shape;996;p9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997" name="Google Shape;997;p9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8" name="Google Shape;998;p9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9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1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1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3" name="Google Shape;1003;p10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04" name="Google Shape;1004;p10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5" name="Google Shape;1005;p10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6" name="Google Shape;1006;p10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07" name="Google Shape;1007;p10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08" name="Google Shape;1008;p10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09" name="Google Shape;1009;p10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0" name="Google Shape;1010;p10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1" name="Google Shape;1011;p10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12" name="Google Shape;1012;p10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3" name="Google Shape;1013;p10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14" name="Google Shape;1014;p10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15" name="Google Shape;1015;p1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1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1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10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21" name="Google Shape;1021;p10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2" name="Google Shape;1022;p10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3" name="Google Shape;1023;p10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24" name="Google Shape;1024;p10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25" name="Google Shape;1025;p10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6" name="Google Shape;1026;p10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7" name="Google Shape;1027;p10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8" name="Google Shape;1028;p10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29" name="Google Shape;1029;p10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0" name="Google Shape;1030;p10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31" name="Google Shape;1031;p10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32" name="Google Shape;1032;p10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0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5" name="Google Shape;1035;p1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6" name="Google Shape;1036;p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7" name="Google Shape;1037;p10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038" name="Google Shape;1038;p10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39" name="Google Shape;1039;p10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0" name="Google Shape;1040;p10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041" name="Google Shape;1041;p10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2" name="Google Shape;1042;p10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3" name="Google Shape;1043;p10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4" name="Google Shape;1044;p10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5" name="Google Shape;1045;p10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46" name="Google Shape;1046;p10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7" name="Google Shape;1047;p10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048" name="Google Shape;1048;p10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049" name="Google Shape;1049;p10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10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2" name="Google Shape;1052;p1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10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5" name="Google Shape;1055;p10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6" name="Google Shape;1056;p10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57" name="Google Shape;1057;p10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058" name="Google Shape;1058;p10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059" name="Google Shape;1059;p10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0" name="Google Shape;1060;p10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1" name="Google Shape;1061;p10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62" name="Google Shape;1062;p10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3" name="Google Shape;1063;p10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4" name="Google Shape;1064;p10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5" name="Google Shape;1065;p10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6" name="Google Shape;1066;p10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67" name="Google Shape;1067;p10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10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1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1" name="Google Shape;1071;p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72" name="Google Shape;1072;p10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10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4" name="Google Shape;1074;p10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10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Google Shape;1077;p1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10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105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0" name="Google Shape;1080;p105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2" name="Google Shape;1082;p1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10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084" name="Google Shape;1084;p10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10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1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8" name="Google Shape;1088;p1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89" name="Google Shape;1089;p107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0" name="Google Shape;1090;p107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1" name="Google Shape;1091;p107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092" name="Google Shape;1092;p10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107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1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6" name="Google Shape;1096;p1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10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098" name="Google Shape;1098;p10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99" name="Google Shape;1099;p10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0" name="Google Shape;1100;p10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10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3" name="Google Shape;1103;p1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4" name="Google Shape;1104;p1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5" name="Google Shape;1105;p10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6" name="Google Shape;1106;p10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7" name="Google Shape;1107;p10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08" name="Google Shape;1108;p10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0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1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2" name="Google Shape;1112;p1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13" name="Google Shape;1113;p11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4" name="Google Shape;1114;p11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5" name="Google Shape;1115;p11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16" name="Google Shape;1116;p1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1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0" name="Google Shape;1120;p1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1" name="Google Shape;1121;p11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2" name="Google Shape;1122;p11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3" name="Google Shape;1123;p11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24" name="Google Shape;1124;p1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1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" name="Google Shape;1127;p1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1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11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11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31" name="Google Shape;1131;p11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2" name="Google Shape;1132;p11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3" name="Google Shape;1133;p11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11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11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36" name="Google Shape;1136;p11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37" name="Google Shape;1137;p11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11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0" name="Google Shape;1140;p1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11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2" name="Google Shape;1142;p11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43" name="Google Shape;1143;p11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4" name="Google Shape;1144;p11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5" name="Google Shape;1145;p11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6" name="Google Shape;1146;p11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11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48" name="Google Shape;1148;p11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9" name="Google Shape;1149;p11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11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11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11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5" name="Google Shape;1155;p11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156" name="Google Shape;1156;p1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57" name="Google Shape;1157;p1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8" name="Google Shape;1158;p1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59" name="Google Shape;1159;p1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0" name="Google Shape;1160;p1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1" name="Google Shape;1161;p1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1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4" name="Google Shape;1164;p1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65" name="Google Shape;1165;p11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66" name="Google Shape;1166;p1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167" name="Google Shape;1167;p1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8" name="Google Shape;1168;p1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69" name="Google Shape;1169;p1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0" name="Google Shape;1170;p1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1" name="Google Shape;1171;p1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11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4" name="Google Shape;1174;p1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5" name="Google Shape;1175;p1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6" name="Google Shape;1176;p1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1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78" name="Google Shape;1178;p1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179" name="Google Shape;1179;p1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0" name="Google Shape;1180;p1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11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3" name="Google Shape;1183;p117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84" name="Google Shape;1184;p117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1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 userDrawn="1">
  <p:cSld name="1_Ativida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90;p17">
            <a:extLst>
              <a:ext uri="{FF2B5EF4-FFF2-40B4-BE49-F238E27FC236}">
                <a16:creationId xmlns:a16="http://schemas.microsoft.com/office/drawing/2014/main" id="{33A45ED2-2403-7F26-C307-EF53421A29A4}"/>
              </a:ext>
            </a:extLst>
          </p:cNvPr>
          <p:cNvPicPr preferRelativeResize="0"/>
          <p:nvPr userDrawn="1"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2000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8E9625F-D19E-624E-A52E-3E35C3F742DF}"/>
              </a:ext>
            </a:extLst>
          </p:cNvPr>
          <p:cNvSpPr txBox="1"/>
          <p:nvPr userDrawn="1"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195C8DE1-D92C-0520-6827-BF4E2122A3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6388" y="1395942"/>
            <a:ext cx="7107154" cy="515408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2533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D96DF696-0CE9-222F-9539-CCDCDE3B6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6389" y="2075496"/>
            <a:ext cx="7107153" cy="732586"/>
          </a:xfrm>
          <a:prstGeom prst="rect">
            <a:avLst/>
          </a:prstGeom>
        </p:spPr>
        <p:txBody>
          <a:bodyPr/>
          <a:lstStyle>
            <a:lvl1pPr>
              <a:defRPr sz="2533" b="1" i="0">
                <a:latin typeface="Poppins" pitchFamily="2" charset="77"/>
                <a:cs typeface="Poppins" pitchFamily="2" charset="77"/>
              </a:defRPr>
            </a:lvl1pPr>
            <a:lvl2pPr>
              <a:defRPr sz="2533" b="1" i="0">
                <a:latin typeface="Poppins" pitchFamily="2" charset="77"/>
                <a:cs typeface="Poppins" pitchFamily="2" charset="77"/>
              </a:defRPr>
            </a:lvl2pPr>
            <a:lvl3pPr>
              <a:defRPr sz="2533" b="1" i="0">
                <a:latin typeface="Poppins" pitchFamily="2" charset="77"/>
                <a:cs typeface="Poppins" pitchFamily="2" charset="77"/>
              </a:defRPr>
            </a:lvl3pPr>
            <a:lvl4pPr>
              <a:defRPr sz="2533" b="1" i="0">
                <a:latin typeface="Poppins" pitchFamily="2" charset="77"/>
                <a:cs typeface="Poppins" pitchFamily="2" charset="77"/>
              </a:defRPr>
            </a:lvl4pPr>
            <a:lvl5pPr>
              <a:defRPr sz="1467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endParaRPr lang="pt-BR"/>
          </a:p>
        </p:txBody>
      </p:sp>
      <p:sp>
        <p:nvSpPr>
          <p:cNvPr id="13" name="Retângulo: Cantos Arredondados 5">
            <a:extLst>
              <a:ext uri="{FF2B5EF4-FFF2-40B4-BE49-F238E27FC236}">
                <a16:creationId xmlns:a16="http://schemas.microsoft.com/office/drawing/2014/main" id="{64B8A15D-9C5D-FBA3-9832-9E5322593956}"/>
              </a:ext>
            </a:extLst>
          </p:cNvPr>
          <p:cNvSpPr/>
          <p:nvPr userDrawn="1"/>
        </p:nvSpPr>
        <p:spPr>
          <a:xfrm>
            <a:off x="200184" y="448047"/>
            <a:ext cx="2290073" cy="1593683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Google Shape;231;p21">
            <a:extLst>
              <a:ext uri="{FF2B5EF4-FFF2-40B4-BE49-F238E27FC236}">
                <a16:creationId xmlns:a16="http://schemas.microsoft.com/office/drawing/2014/main" id="{013A9C15-802B-99F9-ACE3-2B6FC097D2C1}"/>
              </a:ext>
            </a:extLst>
          </p:cNvPr>
          <p:cNvSpPr txBox="1"/>
          <p:nvPr userDrawn="1"/>
        </p:nvSpPr>
        <p:spPr>
          <a:xfrm>
            <a:off x="629139" y="882775"/>
            <a:ext cx="1528469" cy="718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 noProof="0">
                <a:solidFill>
                  <a:srgbClr val="FFFFFF"/>
                </a:solidFill>
                <a:latin typeface="Poppins Light" pitchFamily="2" charset="77"/>
                <a:ea typeface="Poppins Light"/>
                <a:cs typeface="Poppins Light" pitchFamily="2" charset="77"/>
                <a:sym typeface="Poppins Light"/>
              </a:rPr>
              <a:t>Pause e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 noProof="0">
                <a:solidFill>
                  <a:srgbClr val="FFFFFF"/>
                </a:solidFill>
                <a:latin typeface="Poppins"/>
                <a:ea typeface="Poppins Light"/>
                <a:cs typeface="Poppins"/>
                <a:sym typeface="Poppins"/>
              </a:rPr>
              <a:t>responda</a:t>
            </a:r>
            <a:endParaRPr lang="pt-BR" sz="2333" b="0" i="0" u="none" strike="noStrike" cap="none" noProof="0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31984612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6" name="Google Shape;1206;p1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7" name="Google Shape;1207;p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8" name="Google Shape;1208;p121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9" name="Google Shape;1209;p121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0" name="Google Shape;1210;p121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1211" name="Google Shape;1211;p12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121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122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5" name="Google Shape;1215;p122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6" name="Google Shape;1216;p122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/>
          </a:p>
        </p:txBody>
      </p:sp>
      <p:sp>
        <p:nvSpPr>
          <p:cNvPr id="1217" name="Google Shape;1217;p122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/>
          </a:p>
        </p:txBody>
      </p:sp>
      <p:sp>
        <p:nvSpPr>
          <p:cNvPr id="1218" name="Google Shape;1218;p122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19" name="Google Shape;1219;p122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0" name="Google Shape;1220;p122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1" name="Google Shape;1221;p122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2" name="Google Shape;1222;p122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3" name="Google Shape;1223;p12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1224" name="Google Shape;1224;p122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5" name="Google Shape;1225;p122"/>
          <p:cNvSpPr/>
          <p:nvPr/>
        </p:nvSpPr>
        <p:spPr>
          <a:xfrm>
            <a:off x="4625052" y="1652486"/>
            <a:ext cx="613200" cy="417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6" name="Google Shape;1226;p122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122"/>
          <p:cNvSpPr/>
          <p:nvPr/>
        </p:nvSpPr>
        <p:spPr>
          <a:xfrm>
            <a:off x="9045782" y="1632977"/>
            <a:ext cx="450600" cy="4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28" name="Google Shape;1228;p1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9" name="Google Shape;1229;p1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2" name="Google Shape;1232;p123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123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/>
          </a:p>
        </p:txBody>
      </p:sp>
      <p:sp>
        <p:nvSpPr>
          <p:cNvPr id="1234" name="Google Shape;1234;p123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/>
          </a:p>
        </p:txBody>
      </p:sp>
      <p:sp>
        <p:nvSpPr>
          <p:cNvPr id="1235" name="Google Shape;1235;p123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/>
          </a:p>
        </p:txBody>
      </p:sp>
      <p:pic>
        <p:nvPicPr>
          <p:cNvPr id="1236" name="Google Shape;1236;p123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75" cy="1147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Layout Personalizado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8" name="Google Shape;1238;p124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8566486" cy="68579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9" name="Google Shape;1239;p124"/>
          <p:cNvGrpSpPr/>
          <p:nvPr/>
        </p:nvGrpSpPr>
        <p:grpSpPr>
          <a:xfrm>
            <a:off x="9767223" y="6379123"/>
            <a:ext cx="2435717" cy="499880"/>
            <a:chOff x="14634602" y="9537218"/>
            <a:chExt cx="3653392" cy="749782"/>
          </a:xfrm>
        </p:grpSpPr>
        <p:pic>
          <p:nvPicPr>
            <p:cNvPr id="1240" name="Google Shape;1240;p124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1" name="Google Shape;1241;p124" descr="Logotipo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2" name="Google Shape;1242;p124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3" name="Google Shape;1243;p1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4" name="Google Shape;1244;p124"/>
          <p:cNvGrpSpPr/>
          <p:nvPr/>
        </p:nvGrpSpPr>
        <p:grpSpPr>
          <a:xfrm>
            <a:off x="10400796" y="6090630"/>
            <a:ext cx="1791300" cy="767400"/>
            <a:chOff x="10400796" y="6090630"/>
            <a:chExt cx="1791300" cy="767400"/>
          </a:xfrm>
        </p:grpSpPr>
        <p:sp>
          <p:nvSpPr>
            <p:cNvPr id="1245" name="Google Shape;1245;p124"/>
            <p:cNvSpPr/>
            <p:nvPr/>
          </p:nvSpPr>
          <p:spPr>
            <a:xfrm>
              <a:off x="10400796" y="6090630"/>
              <a:ext cx="1791300" cy="767400"/>
            </a:xfrm>
            <a:prstGeom prst="round2SameRect">
              <a:avLst>
                <a:gd name="adj1" fmla="val 15454"/>
                <a:gd name="adj2" fmla="val 0"/>
              </a:avLst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124"/>
            <p:cNvSpPr/>
            <p:nvPr/>
          </p:nvSpPr>
          <p:spPr>
            <a:xfrm>
              <a:off x="11842890" y="6090630"/>
              <a:ext cx="349200" cy="306000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7" name="Google Shape;1247;p124" descr="Logotipo&#10;&#10;O conteúdo gerado por IA pode estar incorreto.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34930" y="6126882"/>
            <a:ext cx="1539045" cy="6964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8" name="Google Shape;1248;p124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49" name="Google Shape;1249;p12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2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2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1_Layout Personalizado"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3" name="Google Shape;1253;p1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4" name="Google Shape;1254;p125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1255" name="Google Shape;1255;p125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125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125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8" name="Google Shape;1258;p125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9" name="Google Shape;1259;p125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1" name="Google Shape;1261;p1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2" name="Google Shape;1262;p126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126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126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5" name="Google Shape;1265;p126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66" name="Google Shape;1266;p126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67" name="Google Shape;1267;p126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8" name="Google Shape;1268;p126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69" name="Google Shape;1269;p126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0" name="Google Shape;1270;p126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1" name="Google Shape;1271;p126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2" name="Google Shape;1272;p126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3" name="Google Shape;1273;p126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4" name="Google Shape;1274;p126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5" name="Google Shape;1275;p126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6" name="Google Shape;1276;p126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77" name="Google Shape;1277;p12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26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0" name="Google Shape;1280;p1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12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2" name="Google Shape;1282;p127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127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4" name="Google Shape;1284;p127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1285" name="Google Shape;1285;p127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86" name="Google Shape;1286;p127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7" name="Google Shape;1287;p127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88" name="Google Shape;1288;p127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9" name="Google Shape;1289;p127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0" name="Google Shape;1290;p127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1" name="Google Shape;1291;p127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2" name="Google Shape;1292;p127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3" name="Google Shape;1293;p127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4" name="Google Shape;1294;p127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5" name="Google Shape;1295;p127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296" name="Google Shape;1296;p12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1_1. Conteudo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8" name="Google Shape;1298;p128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99" name="Google Shape;1299;p128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0" name="Google Shape;1300;p128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1" name="Google Shape;1301;p128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2" name="Google Shape;1302;p128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3" name="Google Shape;1303;p128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04" name="Google Shape;1304;p128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5" name="Google Shape;1305;p128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/>
          </a:p>
        </p:txBody>
      </p:sp>
      <p:sp>
        <p:nvSpPr>
          <p:cNvPr id="1306" name="Google Shape;1306;p12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7" name="Google Shape;1307;p12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8" name="Google Shape;1308;p128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9" name="Google Shape;1309;p128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310" name="Google Shape;1310;p12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311" name="Google Shape;1311;p128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12" name="Google Shape;1312;p128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3" name="Google Shape;1313;p128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p1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5" name="Google Shape;1315;p1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128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128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8" name="Google Shape;1318;p128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319" name="Google Shape;1319;p128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320" name="Google Shape;1320;p128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128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2" name="Google Shape;1322;p128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128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128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5" name="Google Shape;1325;p128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6" name="Google Shape;1326;p1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128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8" name="Google Shape;1328;p128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329" name="Google Shape;1329;p128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0" name="Google Shape;1330;p128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331" name="Google Shape;1331;p128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128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28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28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28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28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7" name="Google Shape;1337;p128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28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9" name="Google Shape;1339;p128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340" name="Google Shape;1340;p128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341" name="Google Shape;1341;p128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128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128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4" name="Google Shape;1344;p128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28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1. Conteudo">
    <p:spTree>
      <p:nvGrpSpPr>
        <p:cNvPr id="1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29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8" name="Google Shape;1348;p129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9" name="Google Shape;1349;p129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0" name="Google Shape;1350;p129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1" name="Google Shape;1351;p129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2" name="Google Shape;1352;p12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3" name="Google Shape;1353;p12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Conteudo">
    <p:spTree>
      <p:nvGrpSpPr>
        <p:cNvPr id="1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5" name="Google Shape;1355;p1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56" name="Google Shape;1356;p13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7" name="Google Shape;1357;p13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8" name="Google Shape;1358;p13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9" name="Google Shape;1359;p130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0" name="Google Shape;1360;p130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130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">
    <p:spTree>
      <p:nvGrpSpPr>
        <p:cNvPr id="1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3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5" name="Google Shape;1365;p13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6" name="Google Shape;1366;p13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7" name="Google Shape;1367;p131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8" name="Google Shape;1368;p131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9" name="Google Shape;1369;p13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0" name="Google Shape;1370;p13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2">
    <p:spTree>
      <p:nvGrpSpPr>
        <p:cNvPr id="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" name="Google Shape;1372;p1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73" name="Google Shape;1373;p13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4" name="Google Shape;1374;p13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5" name="Google Shape;1375;p13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6" name="Google Shape;1376;p13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7" name="Google Shape;1377;p13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8" name="Google Shape;1378;p13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79" name="Google Shape;1379;p13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380" name="Google Shape;1380;p13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1" name="Google Shape;1381;p13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3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3" name="Google Shape;1383;p1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3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5" name="Google Shape;1385;p13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6" name="Google Shape;1386;p13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7" name="Google Shape;1387;p133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8" name="Google Shape;1388;p133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89" name="Google Shape;1389;p133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0" name="Google Shape;1390;p133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1" name="Google Shape;1391;p13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2" name="Google Shape;1392;p13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4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34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6" name="Google Shape;1396;p134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7" name="Google Shape;1397;p134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8" name="Google Shape;1398;p134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399" name="Google Shape;1399;p134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0" name="Google Shape;1400;p134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1" name="Google Shape;1401;p134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2" name="Google Shape;1402;p134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5"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4" name="Google Shape;1404;p1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05" name="Google Shape;1405;p135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6" name="Google Shape;1406;p135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7" name="Google Shape;1407;p135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8" name="Google Shape;1408;p135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9" name="Google Shape;1409;p135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0" name="Google Shape;1410;p135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1" name="Google Shape;1411;p13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1_3. Conteudo 6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3" name="Google Shape;1413;p1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3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13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13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13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8" name="Google Shape;1418;p13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9" name="Google Shape;1419;p136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0" name="Google Shape;1420;p136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2_Linha do Tempo1"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2" name="Google Shape;1422;p137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3" name="Google Shape;1423;p137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4" name="Google Shape;1424;p137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1425" name="Google Shape;1425;p137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26" name="Google Shape;1426;p137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427" name="Google Shape;1427;p137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8" name="Google Shape;1428;p137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429" name="Google Shape;1429;p137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2" name="Google Shape;1432;p1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13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4" name="Google Shape;1434;p13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5" name="Google Shape;1435;p13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6" name="Google Shape;1436;p13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7" name="Google Shape;1437;p13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8" name="Google Shape;1438;p13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9" name="Google Shape;1439;p13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0" name="Google Shape;1440;p13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3" name="Google Shape;1443;p1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44" name="Google Shape;1444;p139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5" name="Google Shape;1445;p139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6" name="Google Shape;1446;p139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7" name="Google Shape;1447;p139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8" name="Google Shape;1448;p139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9" name="Google Shape;1449;p139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0" name="Google Shape;1450;p139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1" name="Google Shape;1451;p13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2" name="Google Shape;1452;p13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" name="Google Shape;1454;p1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5" name="Google Shape;1455;p1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40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7" name="Google Shape;1457;p140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8" name="Google Shape;1458;p140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9" name="Google Shape;1459;p140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0" name="Google Shape;1460;p140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1" name="Google Shape;1461;p140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2" name="Google Shape;1462;p140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3" name="Google Shape;1463;p14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4" name="Google Shape;1464;p14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6" name="Google Shape;1466;p1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1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41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9" name="Google Shape;1469;p141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0" name="Google Shape;1470;p141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1" name="Google Shape;1471;p141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2" name="Google Shape;1472;p141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3" name="Google Shape;1473;p141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4" name="Google Shape;1474;p14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5" name="Google Shape;1475;p141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Atividade"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p1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9" name="Google Shape;1479;p1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480" name="Google Shape;1480;p143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1" name="Google Shape;1481;p143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2" name="Google Shape;1482;p143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3" name="Google Shape;1483;p143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4" name="Google Shape;1484;p143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 2"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6" name="Google Shape;1486;p1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7" name="Google Shape;1487;p144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1488" name="Google Shape;1488;p144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44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44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91" name="Google Shape;1491;p144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2" name="Google Shape;1492;p144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1_Atividade_Resposta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4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6" name="Google Shape;1496;p14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7" name="Google Shape;1497;p14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8" name="Google Shape;1498;p14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0" name="Google Shape;1500;p1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1" name="Google Shape;1501;p14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2" name="Google Shape;1502;p1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03" name="Google Shape;1503;p14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4" name="Google Shape;1504;p14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5" name="Google Shape;1505;p14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6" name="Google Shape;1506;p14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7" name="Google Shape;1507;p14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8" name="Google Shape;1508;p14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9" name="Google Shape;1509;p14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1_Atividade_embranco">
    <p:spTree>
      <p:nvGrpSpPr>
        <p:cNvPr id="1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148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12" name="Google Shape;1512;p148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4" name="Google Shape;1514;p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515" name="Google Shape;1515;p149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16" name="Google Shape;1516;p149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7" name="Google Shape;1517;p14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50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150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1" name="Google Shape;1521;p150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2" name="Google Shape;1522;p150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3" name="Google Shape;1523;p150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150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/>
          </a:p>
        </p:txBody>
      </p:sp>
      <p:cxnSp>
        <p:nvCxnSpPr>
          <p:cNvPr id="1525" name="Google Shape;1525;p150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6" name="Google Shape;1526;p150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/>
          </a:p>
        </p:txBody>
      </p:sp>
      <p:cxnSp>
        <p:nvCxnSpPr>
          <p:cNvPr id="1527" name="Google Shape;1527;p150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28" name="Google Shape;1528;p150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/>
          </a:p>
        </p:txBody>
      </p:sp>
      <p:cxnSp>
        <p:nvCxnSpPr>
          <p:cNvPr id="1529" name="Google Shape;1529;p150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0" name="Google Shape;1530;p150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/>
          </a:p>
        </p:txBody>
      </p:sp>
      <p:cxnSp>
        <p:nvCxnSpPr>
          <p:cNvPr id="1531" name="Google Shape;1531;p150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532" name="Google Shape;1532;p150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3" name="Google Shape;1533;p150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4" name="Google Shape;1534;p150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5" name="Google Shape;1535;p150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6" name="Google Shape;1536;p15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7" name="Google Shape;1537;p15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9" name="Google Shape;1539;p1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51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151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2" name="Google Shape;1542;p151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4" name="Google Shape;1544;p1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5" name="Google Shape;1545;p152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46" name="Google Shape;1546;p152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47" name="Google Shape;1547;p152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8" name="Google Shape;1548;p152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49" name="Google Shape;1549;p152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50" name="Google Shape;1550;p152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152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152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152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152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p152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7" name="Google Shape;1557;p1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8" name="Google Shape;1558;p153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559" name="Google Shape;1559;p153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60" name="Google Shape;1560;p153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561" name="Google Shape;1561;p153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/>
          </a:p>
        </p:txBody>
      </p:sp>
      <p:sp>
        <p:nvSpPr>
          <p:cNvPr id="1562" name="Google Shape;1562;p153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3" name="Google Shape;1563;p153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3_Atividade_Seminario"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5" name="Google Shape;1565;p1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6" name="Google Shape;1566;p1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54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68" name="Google Shape;1568;p154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0" name="Google Shape;1570;p1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1" name="Google Shape;1571;p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2" name="Google Shape;1572;p15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3" name="Google Shape;1573;p1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1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" name="Google Shape;1576;p1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434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7" name="Google Shape;1577;p1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56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9" name="Google Shape;1579;p156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0" name="Google Shape;1580;p156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1" name="Google Shape;1581;p1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2" name="Google Shape;1582;p1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4" name="Google Shape;1584;p1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1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6" name="Google Shape;1586;p157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587" name="Google Shape;1587;p157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8" name="Google Shape;1588;p157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589" name="Google Shape;1589;p157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0" name="Google Shape;1590;p1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1" name="Google Shape;1591;p1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3" name="Google Shape;1593;p1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4" name="Google Shape;1594;p1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5" name="Google Shape;1595;p158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596" name="Google Shape;1596;p158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7" name="Google Shape;1597;p158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8" name="Google Shape;1598;p158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599" name="Google Shape;1599;p158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00" name="Google Shape;1600;p158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1" name="Google Shape;1601;p158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2" name="Google Shape;1602;p158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3" name="Google Shape;1603;p158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04" name="Google Shape;1604;p158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5" name="Google Shape;1605;p1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6" name="Google Shape;1606;p1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5">
    <p:bg>
      <p:bgPr>
        <a:solidFill>
          <a:schemeClr val="lt1"/>
        </a:solidFill>
        <a:effectLst/>
      </p:bgPr>
    </p:bg>
    <p:spTree>
      <p:nvGrpSpPr>
        <p:cNvPr id="1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1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9" name="Google Shape;1609;p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10" name="Google Shape;1610;p159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11" name="Google Shape;1611;p159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2" name="Google Shape;1612;p159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3" name="Google Shape;1613;p159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14" name="Google Shape;1614;p159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15" name="Google Shape;1615;p159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6" name="Google Shape;1616;p159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7" name="Google Shape;1617;p159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8" name="Google Shape;1618;p159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19" name="Google Shape;1619;p159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0" name="Google Shape;1620;p1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1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6">
    <p:bg>
      <p:bgPr>
        <a:solidFill>
          <a:schemeClr val="lt1"/>
        </a:solidFill>
        <a:effectLst/>
      </p:bgPr>
    </p:bg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1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25" name="Google Shape;1625;p160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26" name="Google Shape;1626;p160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7" name="Google Shape;1627;p160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8" name="Google Shape;1628;p160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29" name="Google Shape;1629;p160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0" name="Google Shape;1630;p160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1" name="Google Shape;1631;p160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2" name="Google Shape;1632;p160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3" name="Google Shape;1633;p160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34" name="Google Shape;1634;p160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5" name="Google Shape;1635;p160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36" name="Google Shape;1636;p160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37" name="Google Shape;1637;p16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8" name="Google Shape;1638;p16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0" name="Google Shape;1640;p1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1" name="Google Shape;1641;p1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2" name="Google Shape;1642;p161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43" name="Google Shape;1643;p161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4" name="Google Shape;1644;p161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5" name="Google Shape;1645;p161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46" name="Google Shape;1646;p161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47" name="Google Shape;1647;p161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8" name="Google Shape;1648;p161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49" name="Google Shape;1649;p161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0" name="Google Shape;1650;p161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51" name="Google Shape;1651;p161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2" name="Google Shape;1652;p161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53" name="Google Shape;1653;p161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54" name="Google Shape;1654;p16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5" name="Google Shape;1655;p16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8">
    <p:bg>
      <p:bgPr>
        <a:solidFill>
          <a:schemeClr val="lt1"/>
        </a:solidFill>
        <a:effectLst/>
      </p:bgPr>
    </p:bg>
    <p:spTree>
      <p:nvGrpSpPr>
        <p:cNvPr id="1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7" name="Google Shape;1657;p1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59" name="Google Shape;1659;p162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660" name="Google Shape;1660;p162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1" name="Google Shape;1661;p162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2" name="Google Shape;1662;p162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663" name="Google Shape;1663;p162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64" name="Google Shape;1664;p162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5" name="Google Shape;1665;p162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6" name="Google Shape;1666;p162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7" name="Google Shape;1667;p162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68" name="Google Shape;1668;p16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9" name="Google Shape;1669;p162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670" name="Google Shape;1670;p162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671" name="Google Shape;1671;p16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16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4" name="Google Shape;1674;p1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5" name="Google Shape;1675;p1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6" name="Google Shape;1676;p163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7" name="Google Shape;1677;p163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8" name="Google Shape;1678;p163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79" name="Google Shape;1679;p163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1680" name="Google Shape;1680;p163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681" name="Google Shape;1681;p163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2" name="Google Shape;1682;p163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83" name="Google Shape;1683;p163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684" name="Google Shape;1684;p163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5" name="Google Shape;1685;p163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6" name="Google Shape;1686;p163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7" name="Google Shape;1687;p163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8" name="Google Shape;1688;p163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689" name="Google Shape;1689;p1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0" name="Google Shape;1690;p1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2" name="Google Shape;1692;p16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p16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694" name="Google Shape;1694;p164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5" name="Google Shape;1695;p164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6" name="Google Shape;1696;p16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7" name="Google Shape;1697;p16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9" name="Google Shape;1699;p16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0" name="Google Shape;1700;p1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1" name="Google Shape;1701;p165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2" name="Google Shape;1702;p16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3" name="Google Shape;1703;p16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5" name="Google Shape;1705;p1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06" name="Google Shape;1706;p16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7" name="Google Shape;1707;p166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08" name="Google Shape;1708;p16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1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0" name="Google Shape;1710;p1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67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12" name="Google Shape;1712;p16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3" name="Google Shape;1713;p16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5" name="Google Shape;1715;p1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6" name="Google Shape;1716;p1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7" name="Google Shape;1717;p168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18" name="Google Shape;1718;p168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9" name="Google Shape;1719;p168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0" name="Google Shape;1720;p16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1" name="Google Shape;1721;p16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3" name="Google Shape;1723;p16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4" name="Google Shape;1724;p1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5" name="Google Shape;1725;p169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6" name="Google Shape;1726;p169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7" name="Google Shape;1727;p169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728" name="Google Shape;1728;p16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9" name="Google Shape;1729;p16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"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1" name="Google Shape;1731;p17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2" name="Google Shape;1732;p1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170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4" name="Google Shape;1734;p170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5" name="Google Shape;1735;p170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36" name="Google Shape;1736;p17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7" name="Google Shape;1737;p17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9" name="Google Shape;1739;p17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0" name="Google Shape;1740;p17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741" name="Google Shape;1741;p17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2" name="Google Shape;1742;p17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3" name="Google Shape;1743;p17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44" name="Google Shape;1744;p17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5" name="Google Shape;1745;p17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 7">
    <p:bg>
      <p:bgPr>
        <a:solidFill>
          <a:srgbClr val="28566E"/>
        </a:solidFill>
        <a:effectLst/>
      </p:bgPr>
    </p:bg>
    <p:spTree>
      <p:nvGrpSpPr>
        <p:cNvPr id="1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7" name="Google Shape;1747;p17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8" name="Google Shape;1748;p17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9" name="Google Shape;1749;p17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0" name="Google Shape;1750;p17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51" name="Google Shape;1751;p17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2" name="Google Shape;1752;p17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3" name="Google Shape;1753;p17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17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5" name="Google Shape;1755;p17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56" name="Google Shape;1756;p17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7" name="Google Shape;1757;p172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8" name="Google Shape;1758;p172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">
    <p:bg>
      <p:bgPr>
        <a:solidFill>
          <a:srgbClr val="28566E"/>
        </a:solidFill>
        <a:effectLst/>
      </p:bgPr>
    </p:bg>
    <p:spTree>
      <p:nvGrpSpPr>
        <p:cNvPr id="1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0" name="Google Shape;1760;p17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61" name="Google Shape;1761;p173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2" name="Google Shape;1762;p17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63" name="Google Shape;1763;p17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4" name="Google Shape;1764;p17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5" name="Google Shape;1765;p173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6" name="Google Shape;1766;p173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7" name="Google Shape;1767;p17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68" name="Google Shape;1768;p17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9" name="Google Shape;1769;p173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0" name="Google Shape;1770;p173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1" name="Google Shape;1771;p17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2" name="Google Shape;1772;p17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2">
    <p:bg>
      <p:bgPr>
        <a:solidFill>
          <a:srgbClr val="28566E"/>
        </a:solidFill>
        <a:effectLst/>
      </p:bgPr>
    </p:bg>
    <p:spTree>
      <p:nvGrpSpPr>
        <p:cNvPr id="1" name="Shape 1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4" name="Google Shape;1774;p17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5" name="Google Shape;1775;p174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776" name="Google Shape;1776;p17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77" name="Google Shape;1777;p17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8" name="Google Shape;1778;p17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79" name="Google Shape;1779;p17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0" name="Google Shape;1780;p17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1" name="Google Shape;1781;p17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2" name="Google Shape;1782;p17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3">
    <p:bg>
      <p:bgPr>
        <a:solidFill>
          <a:srgbClr val="28566E"/>
        </a:solidFill>
        <a:effectLst/>
      </p:bgPr>
    </p:bg>
    <p:spTree>
      <p:nvGrpSpPr>
        <p:cNvPr id="1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4" name="Google Shape;1784;p17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85" name="Google Shape;1785;p175" descr="Câmera fotográfica preta&#10;&#10;Descrição gerada automaticamente"/>
          <p:cNvSpPr/>
          <p:nvPr/>
        </p:nvSpPr>
        <p:spPr>
          <a:xfrm>
            <a:off x="428798" y="386760"/>
            <a:ext cx="3243300" cy="3243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86" name="Google Shape;1786;p17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/>
          </a:p>
        </p:txBody>
      </p:sp>
      <p:sp>
        <p:nvSpPr>
          <p:cNvPr id="1787" name="Google Shape;1787;p17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8" name="Google Shape;1788;p17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89" name="Google Shape;1789;p17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0" name="Google Shape;1790;p17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1" name="Google Shape;1791;p17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2" name="Google Shape;1792;p175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4" name="Google Shape;1794;p17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5" name="Google Shape;1795;p17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6" name="Google Shape;1796;p17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7" name="Google Shape;1797;p17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8" name="Google Shape;1798;p17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1799" name="Google Shape;1799;p17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0" name="Google Shape;1800;p17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1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" name="Google Shape;1802;p177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178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05" name="Google Shape;1805;p178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6" name="Google Shape;1806;p178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79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Layout Personalizado">
  <p:cSld name="3_Layout Personalizado"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18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2" name="Google Shape;1812;p181"/>
          <p:cNvSpPr/>
          <p:nvPr/>
        </p:nvSpPr>
        <p:spPr>
          <a:xfrm>
            <a:off x="5802699" y="1543035"/>
            <a:ext cx="4206000" cy="3044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3" name="Google Shape;1813;p181"/>
          <p:cNvSpPr txBox="1"/>
          <p:nvPr/>
        </p:nvSpPr>
        <p:spPr>
          <a:xfrm>
            <a:off x="2149362" y="2398780"/>
            <a:ext cx="3401700" cy="185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3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66"/>
              <a:buFont typeface="Arial"/>
              <a:buNone/>
            </a:pPr>
            <a:r>
              <a:rPr lang="pt-BR" sz="4266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Educação Profissional Paulista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4" name="Google Shape;1814;p181"/>
          <p:cNvSpPr txBox="1"/>
          <p:nvPr/>
        </p:nvSpPr>
        <p:spPr>
          <a:xfrm>
            <a:off x="6069602" y="2317274"/>
            <a:ext cx="35784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8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4"/>
              <a:buFont typeface="Arial"/>
              <a:buNone/>
            </a:pPr>
            <a:r>
              <a:rPr lang="pt-BR" sz="3334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Técnico em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5" name="Google Shape;1815;p181"/>
          <p:cNvSpPr txBox="1"/>
          <p:nvPr/>
        </p:nvSpPr>
        <p:spPr>
          <a:xfrm>
            <a:off x="6116400" y="2896479"/>
            <a:ext cx="36738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33"/>
              <a:buFont typeface="Arial"/>
              <a:buNone/>
            </a:pPr>
            <a:r>
              <a:rPr lang="pt-BR" sz="3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Desenvolvimento de Sistemas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6" name="Google Shape;1816;p181" descr="Logotipo&#10;&#10;O conteúdo gerado por IA pode estar incorreto.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28111" y="5385674"/>
            <a:ext cx="2535781" cy="1147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ichoca">
  <p:cSld name="CUSTOM"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8" name="Google Shape;1818;p182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99" r="951"/>
          <a:stretch/>
        </p:blipFill>
        <p:spPr>
          <a:xfrm>
            <a:off x="-5171" y="1336655"/>
            <a:ext cx="12197169" cy="4987270"/>
          </a:xfrm>
          <a:prstGeom prst="rect">
            <a:avLst/>
          </a:prstGeom>
          <a:noFill/>
          <a:ln>
            <a:noFill/>
          </a:ln>
        </p:spPr>
      </p:pic>
      <p:sp>
        <p:nvSpPr>
          <p:cNvPr id="1819" name="Google Shape;1819;p182"/>
          <p:cNvSpPr/>
          <p:nvPr/>
        </p:nvSpPr>
        <p:spPr>
          <a:xfrm rot="-3439711">
            <a:off x="3101904" y="4687022"/>
            <a:ext cx="210625" cy="210625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182"/>
          <p:cNvSpPr/>
          <p:nvPr/>
        </p:nvSpPr>
        <p:spPr>
          <a:xfrm rot="8953936">
            <a:off x="6038159" y="1499754"/>
            <a:ext cx="210533" cy="21053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1" name="Google Shape;1821;p182"/>
          <p:cNvSpPr/>
          <p:nvPr/>
        </p:nvSpPr>
        <p:spPr>
          <a:xfrm rot="-4953060">
            <a:off x="7445868" y="2445423"/>
            <a:ext cx="210577" cy="210577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182"/>
          <p:cNvSpPr/>
          <p:nvPr/>
        </p:nvSpPr>
        <p:spPr>
          <a:xfrm rot="-2290533">
            <a:off x="8128906" y="5906016"/>
            <a:ext cx="210655" cy="21065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3" name="Google Shape;1823;p182"/>
          <p:cNvSpPr/>
          <p:nvPr/>
        </p:nvSpPr>
        <p:spPr>
          <a:xfrm rot="4159189">
            <a:off x="9504251" y="4023316"/>
            <a:ext cx="210675" cy="2106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4" name="Google Shape;1824;p182"/>
          <p:cNvGrpSpPr/>
          <p:nvPr/>
        </p:nvGrpSpPr>
        <p:grpSpPr>
          <a:xfrm>
            <a:off x="587322" y="1618499"/>
            <a:ext cx="11456514" cy="4435193"/>
            <a:chOff x="880938" y="2427625"/>
            <a:chExt cx="17183911" cy="6652457"/>
          </a:xfrm>
        </p:grpSpPr>
        <p:sp>
          <p:nvSpPr>
            <p:cNvPr id="1825" name="Google Shape;1825;p182"/>
            <p:cNvSpPr/>
            <p:nvPr/>
          </p:nvSpPr>
          <p:spPr>
            <a:xfrm>
              <a:off x="880938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182"/>
            <p:cNvSpPr/>
            <p:nvPr/>
          </p:nvSpPr>
          <p:spPr>
            <a:xfrm>
              <a:off x="2332293" y="8194174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182"/>
            <p:cNvSpPr/>
            <p:nvPr/>
          </p:nvSpPr>
          <p:spPr>
            <a:xfrm>
              <a:off x="3751845" y="8108805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182"/>
            <p:cNvSpPr/>
            <p:nvPr/>
          </p:nvSpPr>
          <p:spPr>
            <a:xfrm rot="-3437456">
              <a:off x="5201675" y="5679979"/>
              <a:ext cx="315893" cy="315893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182"/>
            <p:cNvSpPr/>
            <p:nvPr/>
          </p:nvSpPr>
          <p:spPr>
            <a:xfrm rot="-911871">
              <a:off x="6624196" y="5419647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182"/>
            <p:cNvSpPr/>
            <p:nvPr/>
          </p:nvSpPr>
          <p:spPr>
            <a:xfrm rot="-911871">
              <a:off x="7693784" y="4751289"/>
              <a:ext cx="315846" cy="31584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182"/>
            <p:cNvSpPr/>
            <p:nvPr/>
          </p:nvSpPr>
          <p:spPr>
            <a:xfrm rot="8951697">
              <a:off x="10518648" y="248620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182"/>
            <p:cNvSpPr/>
            <p:nvPr/>
          </p:nvSpPr>
          <p:spPr>
            <a:xfrm rot="8951697">
              <a:off x="8026147" y="3148552"/>
              <a:ext cx="315747" cy="31574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182"/>
            <p:cNvSpPr/>
            <p:nvPr/>
          </p:nvSpPr>
          <p:spPr>
            <a:xfrm rot="-4951441">
              <a:off x="11180622" y="6509015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182"/>
            <p:cNvSpPr/>
            <p:nvPr/>
          </p:nvSpPr>
          <p:spPr>
            <a:xfrm rot="-4951441">
              <a:off x="11209836" y="5069980"/>
              <a:ext cx="315885" cy="315885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182"/>
            <p:cNvSpPr/>
            <p:nvPr/>
          </p:nvSpPr>
          <p:spPr>
            <a:xfrm rot="-2287966">
              <a:off x="13545981" y="8700484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182"/>
            <p:cNvSpPr/>
            <p:nvPr/>
          </p:nvSpPr>
          <p:spPr>
            <a:xfrm rot="-2287966">
              <a:off x="14277258" y="7524968"/>
              <a:ext cx="315797" cy="315797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182"/>
            <p:cNvSpPr/>
            <p:nvPr/>
          </p:nvSpPr>
          <p:spPr>
            <a:xfrm rot="5403265">
              <a:off x="11261393" y="7971458"/>
              <a:ext cx="315900" cy="315900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182"/>
            <p:cNvSpPr/>
            <p:nvPr/>
          </p:nvSpPr>
          <p:spPr>
            <a:xfrm rot="4161668">
              <a:off x="14897321" y="4884642"/>
              <a:ext cx="315766" cy="315766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182"/>
            <p:cNvSpPr/>
            <p:nvPr/>
          </p:nvSpPr>
          <p:spPr>
            <a:xfrm rot="-9744530">
              <a:off x="17708869" y="4757143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182"/>
            <p:cNvSpPr/>
            <p:nvPr/>
          </p:nvSpPr>
          <p:spPr>
            <a:xfrm rot="-9744530">
              <a:off x="16321681" y="4758619"/>
              <a:ext cx="315661" cy="315661"/>
            </a:xfrm>
            <a:prstGeom prst="ellipse">
              <a:avLst/>
            </a:prstGeom>
            <a:solidFill>
              <a:srgbClr val="28566E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1" name="Google Shape;1841;p182"/>
          <p:cNvSpPr/>
          <p:nvPr/>
        </p:nvSpPr>
        <p:spPr>
          <a:xfrm>
            <a:off x="2933526" y="2830191"/>
            <a:ext cx="536100" cy="5361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2" name="Google Shape;1842;p182"/>
          <p:cNvCxnSpPr>
            <a:stCxn id="1841" idx="4"/>
          </p:cNvCxnSpPr>
          <p:nvPr/>
        </p:nvCxnSpPr>
        <p:spPr>
          <a:xfrm>
            <a:off x="3201576" y="3366291"/>
            <a:ext cx="0" cy="1323300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843" name="Google Shape;1843;p182"/>
          <p:cNvCxnSpPr>
            <a:endCxn id="1822" idx="1"/>
          </p:cNvCxnSpPr>
          <p:nvPr/>
        </p:nvCxnSpPr>
        <p:spPr>
          <a:xfrm rot="10800000" flipH="1">
            <a:off x="7013652" y="5998827"/>
            <a:ext cx="1116000" cy="15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4" name="Google Shape;1844;p182"/>
          <p:cNvSpPr/>
          <p:nvPr/>
        </p:nvSpPr>
        <p:spPr>
          <a:xfrm>
            <a:off x="5860040" y="62685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5" name="Google Shape;1845;p182"/>
          <p:cNvCxnSpPr>
            <a:stCxn id="1844" idx="4"/>
            <a:endCxn id="1820" idx="7"/>
          </p:cNvCxnSpPr>
          <p:nvPr/>
        </p:nvCxnSpPr>
        <p:spPr>
          <a:xfrm flipH="1">
            <a:off x="6117590" y="1162952"/>
            <a:ext cx="10500" cy="54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6" name="Google Shape;1846;p182"/>
          <p:cNvSpPr/>
          <p:nvPr/>
        </p:nvSpPr>
        <p:spPr>
          <a:xfrm>
            <a:off x="8025148" y="1688132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7" name="Google Shape;1847;p182"/>
          <p:cNvCxnSpPr>
            <a:stCxn id="1846" idx="3"/>
            <a:endCxn id="1821" idx="5"/>
          </p:cNvCxnSpPr>
          <p:nvPr/>
        </p:nvCxnSpPr>
        <p:spPr>
          <a:xfrm flipH="1">
            <a:off x="7634758" y="2145722"/>
            <a:ext cx="468900" cy="34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48" name="Google Shape;1848;p182"/>
          <p:cNvSpPr txBox="1"/>
          <p:nvPr/>
        </p:nvSpPr>
        <p:spPr>
          <a:xfrm>
            <a:off x="772402" y="3726604"/>
            <a:ext cx="17286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9" name="Google Shape;1849;p18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2744266">
            <a:off x="2787582" y="2677006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0" name="Google Shape;1850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6507085" y="5594780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1" name="Google Shape;1851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5742058" y="459308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2" name="Google Shape;1852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7905615" y="153337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3" name="Google Shape;1853;p182"/>
          <p:cNvSpPr/>
          <p:nvPr/>
        </p:nvSpPr>
        <p:spPr>
          <a:xfrm>
            <a:off x="10174052" y="3851166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4" name="Google Shape;1854;p182"/>
          <p:cNvCxnSpPr>
            <a:stCxn id="1853" idx="2"/>
          </p:cNvCxnSpPr>
          <p:nvPr/>
        </p:nvCxnSpPr>
        <p:spPr>
          <a:xfrm flipH="1">
            <a:off x="9579752" y="4119216"/>
            <a:ext cx="594300" cy="12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855" name="Google Shape;1855;p18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2744266">
            <a:off x="10032072" y="3710602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1856" name="Google Shape;1856;p182"/>
          <p:cNvSpPr txBox="1"/>
          <p:nvPr/>
        </p:nvSpPr>
        <p:spPr>
          <a:xfrm>
            <a:off x="772403" y="3963595"/>
            <a:ext cx="2832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Tema da semana 1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7" name="Google Shape;1857;p182"/>
          <p:cNvSpPr txBox="1"/>
          <p:nvPr/>
        </p:nvSpPr>
        <p:spPr>
          <a:xfrm>
            <a:off x="4258768" y="5830396"/>
            <a:ext cx="22476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4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8" name="Google Shape;1858;p182"/>
          <p:cNvSpPr txBox="1"/>
          <p:nvPr/>
        </p:nvSpPr>
        <p:spPr>
          <a:xfrm>
            <a:off x="6510730" y="504694"/>
            <a:ext cx="3724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2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59" name="Google Shape;1859;p182"/>
          <p:cNvSpPr txBox="1"/>
          <p:nvPr/>
        </p:nvSpPr>
        <p:spPr>
          <a:xfrm>
            <a:off x="8673545" y="1652519"/>
            <a:ext cx="27564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3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0" name="Google Shape;1860;p182"/>
          <p:cNvSpPr txBox="1"/>
          <p:nvPr/>
        </p:nvSpPr>
        <p:spPr>
          <a:xfrm>
            <a:off x="9949275" y="4530800"/>
            <a:ext cx="21975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Tema da semana 5</a:t>
            </a:r>
            <a:endParaRPr sz="17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1" name="Google Shape;1861;p182"/>
          <p:cNvSpPr/>
          <p:nvPr/>
        </p:nvSpPr>
        <p:spPr>
          <a:xfrm>
            <a:off x="6649008" y="5735630"/>
            <a:ext cx="536100" cy="536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0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182"/>
          <p:cNvSpPr/>
          <p:nvPr/>
        </p:nvSpPr>
        <p:spPr>
          <a:xfrm>
            <a:off x="113993" y="891153"/>
            <a:ext cx="2098800" cy="1571100"/>
          </a:xfrm>
          <a:prstGeom prst="roundRect">
            <a:avLst>
              <a:gd name="adj" fmla="val 16667"/>
            </a:avLst>
          </a:prstGeom>
          <a:solidFill>
            <a:srgbClr val="FF161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3" name="Google Shape;1863;p182"/>
          <p:cNvSpPr txBox="1"/>
          <p:nvPr/>
        </p:nvSpPr>
        <p:spPr>
          <a:xfrm>
            <a:off x="135519" y="1439639"/>
            <a:ext cx="186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Nome da unidade curricular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4" name="Google Shape;1864;p182"/>
          <p:cNvSpPr/>
          <p:nvPr/>
        </p:nvSpPr>
        <p:spPr>
          <a:xfrm>
            <a:off x="2078851" y="383070"/>
            <a:ext cx="2549700" cy="2090700"/>
          </a:xfrm>
          <a:prstGeom prst="roundRect">
            <a:avLst>
              <a:gd name="adj" fmla="val 1407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5" name="Google Shape;1865;p182"/>
          <p:cNvSpPr txBox="1"/>
          <p:nvPr/>
        </p:nvSpPr>
        <p:spPr>
          <a:xfrm>
            <a:off x="2160045" y="891153"/>
            <a:ext cx="24357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21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Mapa da Unidade X   Componente Y</a:t>
            </a:r>
            <a:endParaRPr sz="2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embranco">
  <p:cSld name="2_Atividade_embranco">
    <p:spTree>
      <p:nvGrpSpPr>
        <p:cNvPr id="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184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883" name="Google Shape;1883;p184"/>
          <p:cNvSpPr>
            <a:spLocks noGrp="1"/>
          </p:cNvSpPr>
          <p:nvPr>
            <p:ph type="media" idx="3"/>
          </p:nvPr>
        </p:nvSpPr>
        <p:spPr>
          <a:xfrm>
            <a:off x="862542" y="887942"/>
            <a:ext cx="4092600" cy="3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1. Conteudo">
  <p:cSld name="2_1. Conteudo"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5" name="Google Shape;1885;p185"/>
          <p:cNvCxnSpPr/>
          <p:nvPr/>
        </p:nvCxnSpPr>
        <p:spPr>
          <a:xfrm>
            <a:off x="6090044" y="840916"/>
            <a:ext cx="0" cy="5100900"/>
          </a:xfrm>
          <a:prstGeom prst="straightConnector1">
            <a:avLst/>
          </a:prstGeom>
          <a:noFill/>
          <a:ln w="38100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86" name="Google Shape;1886;p185"/>
          <p:cNvSpPr txBox="1"/>
          <p:nvPr/>
        </p:nvSpPr>
        <p:spPr>
          <a:xfrm>
            <a:off x="1467545" y="885957"/>
            <a:ext cx="4045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Objetivos da aula</a:t>
            </a:r>
            <a:endParaRPr sz="2000" b="1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7" name="Google Shape;1887;p185"/>
          <p:cNvSpPr txBox="1"/>
          <p:nvPr/>
        </p:nvSpPr>
        <p:spPr>
          <a:xfrm>
            <a:off x="7467011" y="885654"/>
            <a:ext cx="4301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técnicas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8" name="Google Shape;1888;p185"/>
          <p:cNvSpPr txBox="1"/>
          <p:nvPr/>
        </p:nvSpPr>
        <p:spPr>
          <a:xfrm>
            <a:off x="1433188" y="2910758"/>
            <a:ext cx="336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Recursos didáticos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9" name="Google Shape;1889;p185"/>
          <p:cNvSpPr txBox="1"/>
          <p:nvPr/>
        </p:nvSpPr>
        <p:spPr>
          <a:xfrm>
            <a:off x="1445466" y="4649652"/>
            <a:ext cx="32673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Duração da aula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0" name="Google Shape;1890;p185"/>
          <p:cNvSpPr txBox="1"/>
          <p:nvPr/>
        </p:nvSpPr>
        <p:spPr>
          <a:xfrm>
            <a:off x="7467011" y="3115942"/>
            <a:ext cx="4381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14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Habilidades socioemocionais</a:t>
            </a:r>
            <a:endParaRPr sz="20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91" name="Google Shape;1891;p185"/>
          <p:cNvSpPr txBox="1"/>
          <p:nvPr/>
        </p:nvSpPr>
        <p:spPr>
          <a:xfrm>
            <a:off x="4717774" y="224403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2" name="Google Shape;1892;p185"/>
          <p:cNvSpPr txBox="1"/>
          <p:nvPr/>
        </p:nvSpPr>
        <p:spPr>
          <a:xfrm>
            <a:off x="1395562" y="5079496"/>
            <a:ext cx="1723800" cy="292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50 minutos.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3" name="Google Shape;1893;p185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00" cy="13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4" name="Google Shape;1894;p185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00" cy="1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5" name="Google Shape;1895;p185"/>
          <p:cNvSpPr txBox="1">
            <a:spLocks noGrp="1"/>
          </p:cNvSpPr>
          <p:nvPr>
            <p:ph type="body" idx="3"/>
          </p:nvPr>
        </p:nvSpPr>
        <p:spPr>
          <a:xfrm>
            <a:off x="7467375" y="3649330"/>
            <a:ext cx="4044900" cy="15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6" name="Google Shape;1896;p185"/>
          <p:cNvSpPr txBox="1">
            <a:spLocks noGrp="1"/>
          </p:cNvSpPr>
          <p:nvPr>
            <p:ph type="body" idx="4"/>
          </p:nvPr>
        </p:nvSpPr>
        <p:spPr>
          <a:xfrm>
            <a:off x="1443515" y="3489566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238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897" name="Google Shape;1897;p185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1898" name="Google Shape;1898;p185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9" name="Google Shape;1899;p185" descr="Logotipo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00" name="Google Shape;1900;p185"/>
          <p:cNvSpPr txBox="1"/>
          <p:nvPr/>
        </p:nvSpPr>
        <p:spPr>
          <a:xfrm>
            <a:off x="13188461" y="47244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01" name="Google Shape;1901;p1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2" name="Google Shape;1902;p18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3" name="Google Shape;1903;p185"/>
          <p:cNvSpPr/>
          <p:nvPr/>
        </p:nvSpPr>
        <p:spPr>
          <a:xfrm>
            <a:off x="538284" y="96008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185"/>
          <p:cNvSpPr/>
          <p:nvPr/>
        </p:nvSpPr>
        <p:spPr>
          <a:xfrm>
            <a:off x="514540" y="2965834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5" name="Google Shape;1905;p185"/>
          <p:cNvGrpSpPr/>
          <p:nvPr/>
        </p:nvGrpSpPr>
        <p:grpSpPr>
          <a:xfrm>
            <a:off x="632922" y="3096780"/>
            <a:ext cx="486856" cy="481187"/>
            <a:chOff x="8278989" y="8660410"/>
            <a:chExt cx="569755" cy="563121"/>
          </a:xfrm>
        </p:grpSpPr>
        <p:grpSp>
          <p:nvGrpSpPr>
            <p:cNvPr id="1906" name="Google Shape;1906;p185"/>
            <p:cNvGrpSpPr/>
            <p:nvPr/>
          </p:nvGrpSpPr>
          <p:grpSpPr>
            <a:xfrm>
              <a:off x="8278989" y="8852628"/>
              <a:ext cx="265651" cy="370903"/>
              <a:chOff x="8278989" y="8852628"/>
              <a:chExt cx="265651" cy="370903"/>
            </a:xfrm>
          </p:grpSpPr>
          <p:sp>
            <p:nvSpPr>
              <p:cNvPr id="1907" name="Google Shape;1907;p185"/>
              <p:cNvSpPr/>
              <p:nvPr/>
            </p:nvSpPr>
            <p:spPr>
              <a:xfrm>
                <a:off x="8358808" y="8932768"/>
                <a:ext cx="185832" cy="290761"/>
              </a:xfrm>
              <a:custGeom>
                <a:avLst/>
                <a:gdLst/>
                <a:ahLst/>
                <a:cxnLst/>
                <a:rect l="l" t="t" r="r" b="b"/>
                <a:pathLst>
                  <a:path w="185832" h="290761" extrusionOk="0">
                    <a:moveTo>
                      <a:pt x="69913" y="290762"/>
                    </a:moveTo>
                    <a:cubicBezTo>
                      <a:pt x="111728" y="270378"/>
                      <a:pt x="140112" y="233516"/>
                      <a:pt x="135445" y="166365"/>
                    </a:cubicBezTo>
                    <a:lnTo>
                      <a:pt x="185833" y="5107"/>
                    </a:lnTo>
                    <a:cubicBezTo>
                      <a:pt x="185833" y="5107"/>
                      <a:pt x="120015" y="-16420"/>
                      <a:pt x="104394" y="28919"/>
                    </a:cubicBezTo>
                    <a:cubicBezTo>
                      <a:pt x="91059" y="67591"/>
                      <a:pt x="76581" y="109596"/>
                      <a:pt x="76581" y="109596"/>
                    </a:cubicBezTo>
                    <a:lnTo>
                      <a:pt x="23241" y="102167"/>
                    </a:lnTo>
                    <a:lnTo>
                      <a:pt x="0" y="33777"/>
                    </a:lnTo>
                    <a:lnTo>
                      <a:pt x="38671" y="5869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8" name="Google Shape;1908;p185"/>
              <p:cNvSpPr/>
              <p:nvPr/>
            </p:nvSpPr>
            <p:spPr>
              <a:xfrm>
                <a:off x="8278989" y="8852628"/>
                <a:ext cx="118585" cy="370903"/>
              </a:xfrm>
              <a:custGeom>
                <a:avLst/>
                <a:gdLst/>
                <a:ahLst/>
                <a:cxnLst/>
                <a:rect l="l" t="t" r="r" b="b"/>
                <a:pathLst>
                  <a:path w="118585" h="370903" extrusionOk="0">
                    <a:moveTo>
                      <a:pt x="9714" y="370903"/>
                    </a:moveTo>
                    <a:lnTo>
                      <a:pt x="94" y="114681"/>
                    </a:lnTo>
                    <a:cubicBezTo>
                      <a:pt x="-2097" y="74581"/>
                      <a:pt x="34575" y="50864"/>
                      <a:pt x="34575" y="50864"/>
                    </a:cubicBezTo>
                    <a:lnTo>
                      <a:pt x="118585" y="0"/>
                    </a:lnTo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09" name="Google Shape;1909;p185"/>
            <p:cNvSpPr/>
            <p:nvPr/>
          </p:nvSpPr>
          <p:spPr>
            <a:xfrm>
              <a:off x="8397765" y="8660410"/>
              <a:ext cx="224980" cy="314705"/>
            </a:xfrm>
            <a:custGeom>
              <a:avLst/>
              <a:gdLst/>
              <a:ahLst/>
              <a:cxnLst/>
              <a:rect l="l" t="t" r="r" b="b"/>
              <a:pathLst>
                <a:path w="224980" h="314705" extrusionOk="0">
                  <a:moveTo>
                    <a:pt x="224980" y="165640"/>
                  </a:moveTo>
                  <a:lnTo>
                    <a:pt x="224980" y="89535"/>
                  </a:lnTo>
                  <a:lnTo>
                    <a:pt x="136874" y="89535"/>
                  </a:lnTo>
                  <a:cubicBezTo>
                    <a:pt x="151067" y="81153"/>
                    <a:pt x="160592" y="65818"/>
                    <a:pt x="160592" y="48101"/>
                  </a:cubicBezTo>
                  <a:cubicBezTo>
                    <a:pt x="160592" y="21527"/>
                    <a:pt x="139065" y="0"/>
                    <a:pt x="112490" y="0"/>
                  </a:cubicBezTo>
                  <a:cubicBezTo>
                    <a:pt x="85916" y="0"/>
                    <a:pt x="64389" y="21527"/>
                    <a:pt x="64389" y="48101"/>
                  </a:cubicBezTo>
                  <a:cubicBezTo>
                    <a:pt x="64389" y="65723"/>
                    <a:pt x="73914" y="81153"/>
                    <a:pt x="88106" y="89535"/>
                  </a:cubicBezTo>
                  <a:lnTo>
                    <a:pt x="0" y="89535"/>
                  </a:lnTo>
                  <a:lnTo>
                    <a:pt x="0" y="314706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185"/>
            <p:cNvSpPr/>
            <p:nvPr/>
          </p:nvSpPr>
          <p:spPr>
            <a:xfrm>
              <a:off x="8580264" y="8899110"/>
              <a:ext cx="42481" cy="76104"/>
            </a:xfrm>
            <a:custGeom>
              <a:avLst/>
              <a:gdLst/>
              <a:ahLst/>
              <a:cxnLst/>
              <a:rect l="l" t="t" r="r" b="b"/>
              <a:pathLst>
                <a:path w="42481" h="76104" extrusionOk="0">
                  <a:moveTo>
                    <a:pt x="0" y="76105"/>
                  </a:moveTo>
                  <a:lnTo>
                    <a:pt x="42481" y="76105"/>
                  </a:lnTo>
                  <a:lnTo>
                    <a:pt x="42481" y="0"/>
                  </a:lnTo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185"/>
            <p:cNvSpPr/>
            <p:nvPr/>
          </p:nvSpPr>
          <p:spPr>
            <a:xfrm>
              <a:off x="8534039" y="8750044"/>
              <a:ext cx="314705" cy="225171"/>
            </a:xfrm>
            <a:custGeom>
              <a:avLst/>
              <a:gdLst/>
              <a:ahLst/>
              <a:cxnLst/>
              <a:rect l="l" t="t" r="r" b="b"/>
              <a:pathLst>
                <a:path w="314705" h="225171" extrusionOk="0">
                  <a:moveTo>
                    <a:pt x="314706" y="225171"/>
                  </a:moveTo>
                  <a:lnTo>
                    <a:pt x="314706" y="0"/>
                  </a:lnTo>
                  <a:lnTo>
                    <a:pt x="238601" y="0"/>
                  </a:lnTo>
                  <a:cubicBezTo>
                    <a:pt x="245840" y="8382"/>
                    <a:pt x="250221" y="19336"/>
                    <a:pt x="250221" y="31242"/>
                  </a:cubicBezTo>
                  <a:cubicBezTo>
                    <a:pt x="250221" y="57817"/>
                    <a:pt x="228695" y="79343"/>
                    <a:pt x="202120" y="79343"/>
                  </a:cubicBezTo>
                  <a:cubicBezTo>
                    <a:pt x="175546" y="79343"/>
                    <a:pt x="154019" y="57817"/>
                    <a:pt x="154019" y="31242"/>
                  </a:cubicBezTo>
                  <a:cubicBezTo>
                    <a:pt x="154019" y="19241"/>
                    <a:pt x="158401" y="8382"/>
                    <a:pt x="165640" y="0"/>
                  </a:cubicBezTo>
                  <a:lnTo>
                    <a:pt x="89535" y="0"/>
                  </a:lnTo>
                  <a:lnTo>
                    <a:pt x="89535" y="88106"/>
                  </a:lnTo>
                  <a:cubicBezTo>
                    <a:pt x="81153" y="73914"/>
                    <a:pt x="65817" y="64389"/>
                    <a:pt x="48101" y="64389"/>
                  </a:cubicBezTo>
                  <a:cubicBezTo>
                    <a:pt x="21527" y="64389"/>
                    <a:pt x="0" y="85916"/>
                    <a:pt x="0" y="112490"/>
                  </a:cubicBezTo>
                  <a:cubicBezTo>
                    <a:pt x="0" y="139065"/>
                    <a:pt x="21527" y="160592"/>
                    <a:pt x="48101" y="160592"/>
                  </a:cubicBezTo>
                  <a:cubicBezTo>
                    <a:pt x="65722" y="160592"/>
                    <a:pt x="81153" y="151067"/>
                    <a:pt x="89535" y="136874"/>
                  </a:cubicBezTo>
                  <a:lnTo>
                    <a:pt x="89535" y="224981"/>
                  </a:lnTo>
                  <a:lnTo>
                    <a:pt x="314706" y="224981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2" name="Google Shape;1912;p185"/>
          <p:cNvSpPr/>
          <p:nvPr/>
        </p:nvSpPr>
        <p:spPr>
          <a:xfrm>
            <a:off x="516205" y="4700100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3" name="Google Shape;1913;p18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8917" y="4858582"/>
            <a:ext cx="380919" cy="380919"/>
          </a:xfrm>
          <a:prstGeom prst="rect">
            <a:avLst/>
          </a:prstGeom>
          <a:noFill/>
          <a:ln>
            <a:noFill/>
          </a:ln>
        </p:spPr>
      </p:pic>
      <p:sp>
        <p:nvSpPr>
          <p:cNvPr id="1914" name="Google Shape;1914;p185"/>
          <p:cNvSpPr/>
          <p:nvPr/>
        </p:nvSpPr>
        <p:spPr>
          <a:xfrm>
            <a:off x="6537750" y="974816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15" name="Google Shape;1915;p185"/>
          <p:cNvGrpSpPr/>
          <p:nvPr/>
        </p:nvGrpSpPr>
        <p:grpSpPr>
          <a:xfrm>
            <a:off x="6643473" y="1077261"/>
            <a:ext cx="472792" cy="435252"/>
            <a:chOff x="8560697" y="2808577"/>
            <a:chExt cx="496370" cy="456957"/>
          </a:xfrm>
        </p:grpSpPr>
        <p:sp>
          <p:nvSpPr>
            <p:cNvPr id="1916" name="Google Shape;1916;p185"/>
            <p:cNvSpPr/>
            <p:nvPr/>
          </p:nvSpPr>
          <p:spPr>
            <a:xfrm>
              <a:off x="8694643" y="2808577"/>
              <a:ext cx="228479" cy="456957"/>
            </a:xfrm>
            <a:custGeom>
              <a:avLst/>
              <a:gdLst/>
              <a:ahLst/>
              <a:cxnLst/>
              <a:rect l="l" t="t" r="r" b="b"/>
              <a:pathLst>
                <a:path w="228479" h="456957" extrusionOk="0">
                  <a:moveTo>
                    <a:pt x="171359" y="57120"/>
                  </a:moveTo>
                  <a:cubicBezTo>
                    <a:pt x="171359" y="88631"/>
                    <a:pt x="145751" y="114239"/>
                    <a:pt x="114240" y="114239"/>
                  </a:cubicBezTo>
                  <a:cubicBezTo>
                    <a:pt x="82728" y="114239"/>
                    <a:pt x="57120" y="88631"/>
                    <a:pt x="57120" y="57120"/>
                  </a:cubicBezTo>
                  <a:cubicBezTo>
                    <a:pt x="57120" y="25609"/>
                    <a:pt x="82728" y="0"/>
                    <a:pt x="114240" y="0"/>
                  </a:cubicBezTo>
                  <a:cubicBezTo>
                    <a:pt x="145751" y="0"/>
                    <a:pt x="171359" y="25609"/>
                    <a:pt x="171359" y="57120"/>
                  </a:cubicBezTo>
                  <a:close/>
                  <a:moveTo>
                    <a:pt x="182783" y="318728"/>
                  </a:moveTo>
                  <a:cubicBezTo>
                    <a:pt x="208773" y="313397"/>
                    <a:pt x="228479" y="290263"/>
                    <a:pt x="228479" y="262751"/>
                  </a:cubicBezTo>
                  <a:lnTo>
                    <a:pt x="228479" y="182783"/>
                  </a:lnTo>
                  <a:cubicBezTo>
                    <a:pt x="228479" y="151367"/>
                    <a:pt x="202775" y="125663"/>
                    <a:pt x="171359" y="125663"/>
                  </a:cubicBezTo>
                  <a:lnTo>
                    <a:pt x="57120" y="125663"/>
                  </a:lnTo>
                  <a:cubicBezTo>
                    <a:pt x="25704" y="125663"/>
                    <a:pt x="0" y="151367"/>
                    <a:pt x="0" y="182783"/>
                  </a:cubicBezTo>
                  <a:lnTo>
                    <a:pt x="0" y="262751"/>
                  </a:lnTo>
                  <a:cubicBezTo>
                    <a:pt x="0" y="290263"/>
                    <a:pt x="19706" y="313397"/>
                    <a:pt x="45696" y="318728"/>
                  </a:cubicBezTo>
                  <a:lnTo>
                    <a:pt x="45696" y="182783"/>
                  </a:lnTo>
                  <a:lnTo>
                    <a:pt x="45696" y="422686"/>
                  </a:lnTo>
                  <a:cubicBezTo>
                    <a:pt x="45696" y="441535"/>
                    <a:pt x="61118" y="456958"/>
                    <a:pt x="79967" y="456958"/>
                  </a:cubicBezTo>
                  <a:lnTo>
                    <a:pt x="79967" y="456958"/>
                  </a:lnTo>
                  <a:cubicBezTo>
                    <a:pt x="98817" y="456958"/>
                    <a:pt x="114240" y="441535"/>
                    <a:pt x="114240" y="422686"/>
                  </a:cubicBezTo>
                  <a:lnTo>
                    <a:pt x="114240" y="319870"/>
                  </a:lnTo>
                  <a:lnTo>
                    <a:pt x="114240" y="422686"/>
                  </a:lnTo>
                  <a:cubicBezTo>
                    <a:pt x="114240" y="441535"/>
                    <a:pt x="129662" y="456958"/>
                    <a:pt x="148511" y="456958"/>
                  </a:cubicBezTo>
                  <a:lnTo>
                    <a:pt x="148511" y="456958"/>
                  </a:lnTo>
                  <a:cubicBezTo>
                    <a:pt x="167361" y="456958"/>
                    <a:pt x="182783" y="441535"/>
                    <a:pt x="182783" y="422686"/>
                  </a:cubicBezTo>
                  <a:lnTo>
                    <a:pt x="182783" y="182783"/>
                  </a:lnTo>
                  <a:lnTo>
                    <a:pt x="182783" y="318728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17" name="Google Shape;1917;p185"/>
            <p:cNvGrpSpPr/>
            <p:nvPr/>
          </p:nvGrpSpPr>
          <p:grpSpPr>
            <a:xfrm>
              <a:off x="8560697" y="2875026"/>
              <a:ext cx="496370" cy="324059"/>
              <a:chOff x="8560697" y="2875026"/>
              <a:chExt cx="496370" cy="324059"/>
            </a:xfrm>
          </p:grpSpPr>
          <p:sp>
            <p:nvSpPr>
              <p:cNvPr id="1918" name="Google Shape;1918;p185"/>
              <p:cNvSpPr/>
              <p:nvPr/>
            </p:nvSpPr>
            <p:spPr>
              <a:xfrm>
                <a:off x="8560697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9607" y="666"/>
                    </a:moveTo>
                    <a:lnTo>
                      <a:pt x="28845" y="0"/>
                    </a:lnTo>
                    <a:lnTo>
                      <a:pt x="285" y="28560"/>
                    </a:lnTo>
                    <a:lnTo>
                      <a:pt x="0" y="28941"/>
                    </a:lnTo>
                    <a:lnTo>
                      <a:pt x="28845" y="57786"/>
                    </a:lnTo>
                    <a:lnTo>
                      <a:pt x="29607" y="57120"/>
                    </a:lnTo>
                    <a:lnTo>
                      <a:pt x="1809" y="29417"/>
                    </a:lnTo>
                    <a:lnTo>
                      <a:pt x="57786" y="29417"/>
                    </a:lnTo>
                    <a:lnTo>
                      <a:pt x="57786" y="28465"/>
                    </a:lnTo>
                    <a:lnTo>
                      <a:pt x="1809" y="28465"/>
                    </a:lnTo>
                    <a:lnTo>
                      <a:pt x="29607" y="666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9" name="Google Shape;1919;p185"/>
              <p:cNvSpPr/>
              <p:nvPr/>
            </p:nvSpPr>
            <p:spPr>
              <a:xfrm>
                <a:off x="8627812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555" y="0"/>
                    </a:moveTo>
                    <a:lnTo>
                      <a:pt x="952" y="39603"/>
                    </a:lnTo>
                    <a:lnTo>
                      <a:pt x="952" y="286"/>
                    </a:lnTo>
                    <a:lnTo>
                      <a:pt x="0" y="286"/>
                    </a:lnTo>
                    <a:lnTo>
                      <a:pt x="0" y="41221"/>
                    </a:lnTo>
                    <a:lnTo>
                      <a:pt x="40840" y="41221"/>
                    </a:lnTo>
                    <a:lnTo>
                      <a:pt x="40840" y="40269"/>
                    </a:lnTo>
                    <a:lnTo>
                      <a:pt x="1618" y="40269"/>
                    </a:lnTo>
                    <a:lnTo>
                      <a:pt x="41222" y="666"/>
                    </a:lnTo>
                    <a:lnTo>
                      <a:pt x="40555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0" name="Google Shape;1920;p185"/>
              <p:cNvSpPr/>
              <p:nvPr/>
            </p:nvSpPr>
            <p:spPr>
              <a:xfrm>
                <a:off x="8627812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40840" y="952"/>
                    </a:moveTo>
                    <a:lnTo>
                      <a:pt x="40840" y="0"/>
                    </a:lnTo>
                    <a:lnTo>
                      <a:pt x="0" y="0"/>
                    </a:lnTo>
                    <a:lnTo>
                      <a:pt x="0" y="40841"/>
                    </a:lnTo>
                    <a:lnTo>
                      <a:pt x="952" y="40841"/>
                    </a:lnTo>
                    <a:lnTo>
                      <a:pt x="952" y="1618"/>
                    </a:lnTo>
                    <a:lnTo>
                      <a:pt x="40555" y="41126"/>
                    </a:lnTo>
                    <a:lnTo>
                      <a:pt x="41222" y="40460"/>
                    </a:lnTo>
                    <a:lnTo>
                      <a:pt x="1618" y="952"/>
                    </a:lnTo>
                    <a:lnTo>
                      <a:pt x="40840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1" name="Google Shape;1921;p185"/>
              <p:cNvSpPr/>
              <p:nvPr/>
            </p:nvSpPr>
            <p:spPr>
              <a:xfrm>
                <a:off x="8999281" y="3008115"/>
                <a:ext cx="57786" cy="57786"/>
              </a:xfrm>
              <a:custGeom>
                <a:avLst/>
                <a:gdLst/>
                <a:ahLst/>
                <a:cxnLst/>
                <a:rect l="l" t="t" r="r" b="b"/>
                <a:pathLst>
                  <a:path w="57786" h="57786" extrusionOk="0">
                    <a:moveTo>
                      <a:pt x="28940" y="0"/>
                    </a:moveTo>
                    <a:lnTo>
                      <a:pt x="28179" y="666"/>
                    </a:lnTo>
                    <a:lnTo>
                      <a:pt x="55977" y="28465"/>
                    </a:lnTo>
                    <a:lnTo>
                      <a:pt x="0" y="28465"/>
                    </a:lnTo>
                    <a:lnTo>
                      <a:pt x="0" y="29417"/>
                    </a:lnTo>
                    <a:lnTo>
                      <a:pt x="55977" y="29417"/>
                    </a:lnTo>
                    <a:lnTo>
                      <a:pt x="28179" y="57120"/>
                    </a:lnTo>
                    <a:lnTo>
                      <a:pt x="28940" y="57786"/>
                    </a:lnTo>
                    <a:lnTo>
                      <a:pt x="57500" y="29226"/>
                    </a:lnTo>
                    <a:lnTo>
                      <a:pt x="57786" y="28941"/>
                    </a:lnTo>
                    <a:lnTo>
                      <a:pt x="28940" y="0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2" name="Google Shape;1922;p185"/>
              <p:cNvSpPr/>
              <p:nvPr/>
            </p:nvSpPr>
            <p:spPr>
              <a:xfrm>
                <a:off x="8948730" y="2875026"/>
                <a:ext cx="41221" cy="41126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126" extrusionOk="0">
                    <a:moveTo>
                      <a:pt x="381" y="952"/>
                    </a:moveTo>
                    <a:lnTo>
                      <a:pt x="39603" y="952"/>
                    </a:lnTo>
                    <a:lnTo>
                      <a:pt x="0" y="40460"/>
                    </a:lnTo>
                    <a:lnTo>
                      <a:pt x="666" y="41126"/>
                    </a:lnTo>
                    <a:lnTo>
                      <a:pt x="40269" y="1618"/>
                    </a:lnTo>
                    <a:lnTo>
                      <a:pt x="40269" y="40841"/>
                    </a:lnTo>
                    <a:lnTo>
                      <a:pt x="41221" y="40841"/>
                    </a:lnTo>
                    <a:lnTo>
                      <a:pt x="41221" y="0"/>
                    </a:lnTo>
                    <a:lnTo>
                      <a:pt x="381" y="0"/>
                    </a:lnTo>
                    <a:lnTo>
                      <a:pt x="381" y="952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3" name="Google Shape;1923;p185"/>
              <p:cNvSpPr/>
              <p:nvPr/>
            </p:nvSpPr>
            <p:spPr>
              <a:xfrm>
                <a:off x="8948730" y="3157864"/>
                <a:ext cx="41221" cy="41221"/>
              </a:xfrm>
              <a:custGeom>
                <a:avLst/>
                <a:gdLst/>
                <a:ahLst/>
                <a:cxnLst/>
                <a:rect l="l" t="t" r="r" b="b"/>
                <a:pathLst>
                  <a:path w="41221" h="41221" extrusionOk="0">
                    <a:moveTo>
                      <a:pt x="40269" y="39603"/>
                    </a:moveTo>
                    <a:lnTo>
                      <a:pt x="666" y="0"/>
                    </a:lnTo>
                    <a:lnTo>
                      <a:pt x="0" y="666"/>
                    </a:lnTo>
                    <a:lnTo>
                      <a:pt x="39603" y="40269"/>
                    </a:lnTo>
                    <a:lnTo>
                      <a:pt x="381" y="40269"/>
                    </a:lnTo>
                    <a:lnTo>
                      <a:pt x="381" y="41221"/>
                    </a:lnTo>
                    <a:lnTo>
                      <a:pt x="41221" y="41221"/>
                    </a:lnTo>
                    <a:lnTo>
                      <a:pt x="41221" y="286"/>
                    </a:lnTo>
                    <a:lnTo>
                      <a:pt x="40269" y="286"/>
                    </a:lnTo>
                    <a:lnTo>
                      <a:pt x="40269" y="39603"/>
                    </a:ln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924" name="Google Shape;1924;p185"/>
          <p:cNvSpPr/>
          <p:nvPr/>
        </p:nvSpPr>
        <p:spPr>
          <a:xfrm>
            <a:off x="6537750" y="3144691"/>
            <a:ext cx="667500" cy="667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5" name="Google Shape;1925;p185"/>
          <p:cNvSpPr/>
          <p:nvPr/>
        </p:nvSpPr>
        <p:spPr>
          <a:xfrm>
            <a:off x="6637986" y="3252609"/>
            <a:ext cx="458764" cy="458662"/>
          </a:xfrm>
          <a:custGeom>
            <a:avLst/>
            <a:gdLst/>
            <a:ahLst/>
            <a:cxnLst/>
            <a:rect l="l" t="t" r="r" b="b"/>
            <a:pathLst>
              <a:path w="533447" h="533328" extrusionOk="0">
                <a:moveTo>
                  <a:pt x="361879" y="260152"/>
                </a:moveTo>
                <a:lnTo>
                  <a:pt x="385310" y="250531"/>
                </a:lnTo>
                <a:cubicBezTo>
                  <a:pt x="394264" y="246817"/>
                  <a:pt x="399979" y="238244"/>
                  <a:pt x="399979" y="228529"/>
                </a:cubicBezTo>
                <a:cubicBezTo>
                  <a:pt x="399979" y="218813"/>
                  <a:pt x="394168" y="210241"/>
                  <a:pt x="385310" y="206526"/>
                </a:cubicBezTo>
                <a:lnTo>
                  <a:pt x="285488" y="165378"/>
                </a:lnTo>
                <a:cubicBezTo>
                  <a:pt x="279678" y="162996"/>
                  <a:pt x="273582" y="161758"/>
                  <a:pt x="267391" y="161758"/>
                </a:cubicBezTo>
                <a:lnTo>
                  <a:pt x="265962" y="161758"/>
                </a:lnTo>
                <a:cubicBezTo>
                  <a:pt x="259676" y="161758"/>
                  <a:pt x="253579" y="162996"/>
                  <a:pt x="247865" y="165378"/>
                </a:cubicBezTo>
                <a:lnTo>
                  <a:pt x="148042" y="206526"/>
                </a:lnTo>
                <a:cubicBezTo>
                  <a:pt x="139089" y="210241"/>
                  <a:pt x="133374" y="218813"/>
                  <a:pt x="133374" y="228529"/>
                </a:cubicBezTo>
                <a:lnTo>
                  <a:pt x="133374" y="285679"/>
                </a:lnTo>
                <a:cubicBezTo>
                  <a:pt x="133374" y="290917"/>
                  <a:pt x="137660" y="295204"/>
                  <a:pt x="142899" y="295204"/>
                </a:cubicBezTo>
                <a:cubicBezTo>
                  <a:pt x="148138" y="295204"/>
                  <a:pt x="152424" y="290917"/>
                  <a:pt x="152424" y="285679"/>
                </a:cubicBezTo>
                <a:lnTo>
                  <a:pt x="152424" y="252246"/>
                </a:lnTo>
                <a:lnTo>
                  <a:pt x="171474" y="260056"/>
                </a:lnTo>
                <a:lnTo>
                  <a:pt x="171474" y="322921"/>
                </a:lnTo>
                <a:cubicBezTo>
                  <a:pt x="171474" y="333018"/>
                  <a:pt x="176808" y="342352"/>
                  <a:pt x="185380" y="347401"/>
                </a:cubicBezTo>
                <a:cubicBezTo>
                  <a:pt x="200430" y="356354"/>
                  <a:pt x="231101" y="371404"/>
                  <a:pt x="266724" y="371404"/>
                </a:cubicBezTo>
                <a:cubicBezTo>
                  <a:pt x="302347" y="371404"/>
                  <a:pt x="333018" y="356354"/>
                  <a:pt x="348067" y="347496"/>
                </a:cubicBezTo>
                <a:cubicBezTo>
                  <a:pt x="356640" y="342448"/>
                  <a:pt x="361974" y="333018"/>
                  <a:pt x="361974" y="323017"/>
                </a:cubicBezTo>
                <a:lnTo>
                  <a:pt x="361974" y="260152"/>
                </a:lnTo>
                <a:close/>
                <a:moveTo>
                  <a:pt x="342829" y="323017"/>
                </a:moveTo>
                <a:cubicBezTo>
                  <a:pt x="342829" y="326350"/>
                  <a:pt x="341114" y="329494"/>
                  <a:pt x="338352" y="331113"/>
                </a:cubicBezTo>
                <a:cubicBezTo>
                  <a:pt x="324922" y="339019"/>
                  <a:pt x="297776" y="352449"/>
                  <a:pt x="266629" y="352449"/>
                </a:cubicBezTo>
                <a:cubicBezTo>
                  <a:pt x="235482" y="352449"/>
                  <a:pt x="208336" y="339114"/>
                  <a:pt x="194905" y="331113"/>
                </a:cubicBezTo>
                <a:cubicBezTo>
                  <a:pt x="192143" y="329494"/>
                  <a:pt x="190429" y="326350"/>
                  <a:pt x="190429" y="323017"/>
                </a:cubicBezTo>
                <a:lnTo>
                  <a:pt x="190429" y="268057"/>
                </a:lnTo>
                <a:lnTo>
                  <a:pt x="247769" y="291679"/>
                </a:lnTo>
                <a:cubicBezTo>
                  <a:pt x="253579" y="294061"/>
                  <a:pt x="259676" y="295299"/>
                  <a:pt x="265866" y="295299"/>
                </a:cubicBezTo>
                <a:lnTo>
                  <a:pt x="267295" y="295299"/>
                </a:lnTo>
                <a:cubicBezTo>
                  <a:pt x="273582" y="295299"/>
                  <a:pt x="279678" y="294061"/>
                  <a:pt x="285393" y="291679"/>
                </a:cubicBezTo>
                <a:lnTo>
                  <a:pt x="342733" y="268057"/>
                </a:lnTo>
                <a:lnTo>
                  <a:pt x="342733" y="323017"/>
                </a:lnTo>
                <a:close/>
                <a:moveTo>
                  <a:pt x="278249" y="274058"/>
                </a:moveTo>
                <a:cubicBezTo>
                  <a:pt x="274820" y="275487"/>
                  <a:pt x="271105" y="276249"/>
                  <a:pt x="267391" y="276249"/>
                </a:cubicBezTo>
                <a:lnTo>
                  <a:pt x="265962" y="276249"/>
                </a:lnTo>
                <a:cubicBezTo>
                  <a:pt x="262247" y="276249"/>
                  <a:pt x="258533" y="275487"/>
                  <a:pt x="255103" y="274058"/>
                </a:cubicBezTo>
                <a:lnTo>
                  <a:pt x="155281" y="232910"/>
                </a:lnTo>
                <a:cubicBezTo>
                  <a:pt x="153472" y="232148"/>
                  <a:pt x="152329" y="230434"/>
                  <a:pt x="152329" y="228529"/>
                </a:cubicBezTo>
                <a:cubicBezTo>
                  <a:pt x="152329" y="226624"/>
                  <a:pt x="153472" y="224909"/>
                  <a:pt x="155281" y="224147"/>
                </a:cubicBezTo>
                <a:lnTo>
                  <a:pt x="255103" y="182999"/>
                </a:lnTo>
                <a:cubicBezTo>
                  <a:pt x="258533" y="181570"/>
                  <a:pt x="262247" y="180808"/>
                  <a:pt x="265962" y="180808"/>
                </a:cubicBezTo>
                <a:lnTo>
                  <a:pt x="267391" y="180808"/>
                </a:lnTo>
                <a:cubicBezTo>
                  <a:pt x="271105" y="180808"/>
                  <a:pt x="274820" y="181570"/>
                  <a:pt x="278249" y="182999"/>
                </a:cubicBezTo>
                <a:lnTo>
                  <a:pt x="378071" y="224147"/>
                </a:lnTo>
                <a:cubicBezTo>
                  <a:pt x="379881" y="224909"/>
                  <a:pt x="381024" y="226624"/>
                  <a:pt x="381024" y="228529"/>
                </a:cubicBezTo>
                <a:cubicBezTo>
                  <a:pt x="381024" y="230434"/>
                  <a:pt x="379881" y="232148"/>
                  <a:pt x="378071" y="232910"/>
                </a:cubicBezTo>
                <a:lnTo>
                  <a:pt x="278249" y="274058"/>
                </a:lnTo>
                <a:close/>
                <a:moveTo>
                  <a:pt x="225767" y="63841"/>
                </a:moveTo>
                <a:lnTo>
                  <a:pt x="257104" y="32504"/>
                </a:lnTo>
                <a:lnTo>
                  <a:pt x="257104" y="123849"/>
                </a:lnTo>
                <a:cubicBezTo>
                  <a:pt x="257104" y="129088"/>
                  <a:pt x="261390" y="133374"/>
                  <a:pt x="266629" y="133374"/>
                </a:cubicBezTo>
                <a:cubicBezTo>
                  <a:pt x="271867" y="133374"/>
                  <a:pt x="276154" y="129088"/>
                  <a:pt x="276154" y="123849"/>
                </a:cubicBezTo>
                <a:lnTo>
                  <a:pt x="276154" y="32504"/>
                </a:lnTo>
                <a:lnTo>
                  <a:pt x="307491" y="63841"/>
                </a:lnTo>
                <a:cubicBezTo>
                  <a:pt x="309396" y="65746"/>
                  <a:pt x="311777" y="66604"/>
                  <a:pt x="314254" y="66604"/>
                </a:cubicBezTo>
                <a:cubicBezTo>
                  <a:pt x="316730" y="66604"/>
                  <a:pt x="319111" y="65651"/>
                  <a:pt x="321017" y="63841"/>
                </a:cubicBezTo>
                <a:cubicBezTo>
                  <a:pt x="324731" y="60127"/>
                  <a:pt x="324731" y="54126"/>
                  <a:pt x="321017" y="50411"/>
                </a:cubicBezTo>
                <a:lnTo>
                  <a:pt x="273392" y="2786"/>
                </a:lnTo>
                <a:cubicBezTo>
                  <a:pt x="269677" y="-929"/>
                  <a:pt x="263676" y="-929"/>
                  <a:pt x="259961" y="2786"/>
                </a:cubicBezTo>
                <a:lnTo>
                  <a:pt x="212336" y="50411"/>
                </a:lnTo>
                <a:cubicBezTo>
                  <a:pt x="208621" y="54126"/>
                  <a:pt x="208621" y="60127"/>
                  <a:pt x="212336" y="63841"/>
                </a:cubicBezTo>
                <a:cubicBezTo>
                  <a:pt x="216051" y="67556"/>
                  <a:pt x="222052" y="67556"/>
                  <a:pt x="225767" y="63841"/>
                </a:cubicBezTo>
                <a:close/>
                <a:moveTo>
                  <a:pt x="307586" y="469511"/>
                </a:moveTo>
                <a:lnTo>
                  <a:pt x="276249" y="500848"/>
                </a:lnTo>
                <a:lnTo>
                  <a:pt x="276249" y="409504"/>
                </a:lnTo>
                <a:cubicBezTo>
                  <a:pt x="276249" y="404265"/>
                  <a:pt x="271963" y="399979"/>
                  <a:pt x="266724" y="399979"/>
                </a:cubicBezTo>
                <a:cubicBezTo>
                  <a:pt x="261485" y="399979"/>
                  <a:pt x="257199" y="404265"/>
                  <a:pt x="257199" y="409504"/>
                </a:cubicBezTo>
                <a:lnTo>
                  <a:pt x="257199" y="500848"/>
                </a:lnTo>
                <a:lnTo>
                  <a:pt x="225861" y="469511"/>
                </a:lnTo>
                <a:cubicBezTo>
                  <a:pt x="222147" y="465796"/>
                  <a:pt x="216146" y="465796"/>
                  <a:pt x="212431" y="469511"/>
                </a:cubicBezTo>
                <a:cubicBezTo>
                  <a:pt x="208716" y="473226"/>
                  <a:pt x="208716" y="479227"/>
                  <a:pt x="212431" y="482941"/>
                </a:cubicBezTo>
                <a:lnTo>
                  <a:pt x="260056" y="530566"/>
                </a:lnTo>
                <a:cubicBezTo>
                  <a:pt x="261961" y="532471"/>
                  <a:pt x="264343" y="533329"/>
                  <a:pt x="266819" y="533329"/>
                </a:cubicBezTo>
                <a:cubicBezTo>
                  <a:pt x="269296" y="533329"/>
                  <a:pt x="271677" y="532376"/>
                  <a:pt x="273582" y="530566"/>
                </a:cubicBezTo>
                <a:lnTo>
                  <a:pt x="321207" y="482941"/>
                </a:lnTo>
                <a:cubicBezTo>
                  <a:pt x="324922" y="479227"/>
                  <a:pt x="324922" y="473226"/>
                  <a:pt x="321207" y="469511"/>
                </a:cubicBezTo>
                <a:cubicBezTo>
                  <a:pt x="317492" y="465796"/>
                  <a:pt x="311492" y="465796"/>
                  <a:pt x="307777" y="469511"/>
                </a:cubicBezTo>
                <a:close/>
                <a:moveTo>
                  <a:pt x="85749" y="161949"/>
                </a:moveTo>
                <a:cubicBezTo>
                  <a:pt x="90988" y="161949"/>
                  <a:pt x="95274" y="157663"/>
                  <a:pt x="95274" y="152424"/>
                </a:cubicBezTo>
                <a:lnTo>
                  <a:pt x="95274" y="108704"/>
                </a:lnTo>
                <a:lnTo>
                  <a:pt x="155186" y="168616"/>
                </a:lnTo>
                <a:cubicBezTo>
                  <a:pt x="157091" y="170521"/>
                  <a:pt x="159472" y="171379"/>
                  <a:pt x="161949" y="171379"/>
                </a:cubicBezTo>
                <a:cubicBezTo>
                  <a:pt x="164425" y="171379"/>
                  <a:pt x="166806" y="170426"/>
                  <a:pt x="168712" y="168616"/>
                </a:cubicBezTo>
                <a:cubicBezTo>
                  <a:pt x="172426" y="164902"/>
                  <a:pt x="172426" y="158901"/>
                  <a:pt x="168712" y="155186"/>
                </a:cubicBezTo>
                <a:lnTo>
                  <a:pt x="108799" y="95274"/>
                </a:lnTo>
                <a:lnTo>
                  <a:pt x="152519" y="95274"/>
                </a:lnTo>
                <a:cubicBezTo>
                  <a:pt x="157758" y="95274"/>
                  <a:pt x="162044" y="90988"/>
                  <a:pt x="162044" y="85749"/>
                </a:cubicBezTo>
                <a:cubicBezTo>
                  <a:pt x="162044" y="80510"/>
                  <a:pt x="157758" y="76224"/>
                  <a:pt x="152519" y="76224"/>
                </a:cubicBezTo>
                <a:lnTo>
                  <a:pt x="85844" y="76224"/>
                </a:lnTo>
                <a:cubicBezTo>
                  <a:pt x="80605" y="76224"/>
                  <a:pt x="76319" y="80510"/>
                  <a:pt x="76319" y="85749"/>
                </a:cubicBezTo>
                <a:lnTo>
                  <a:pt x="76319" y="152424"/>
                </a:lnTo>
                <a:cubicBezTo>
                  <a:pt x="76319" y="157663"/>
                  <a:pt x="80605" y="161949"/>
                  <a:pt x="85844" y="161949"/>
                </a:cubicBezTo>
                <a:close/>
                <a:moveTo>
                  <a:pt x="448366" y="371499"/>
                </a:moveTo>
                <a:cubicBezTo>
                  <a:pt x="443127" y="371499"/>
                  <a:pt x="438841" y="375785"/>
                  <a:pt x="438841" y="381024"/>
                </a:cubicBezTo>
                <a:lnTo>
                  <a:pt x="438841" y="425410"/>
                </a:lnTo>
                <a:lnTo>
                  <a:pt x="378261" y="364831"/>
                </a:lnTo>
                <a:cubicBezTo>
                  <a:pt x="374547" y="361117"/>
                  <a:pt x="368546" y="361117"/>
                  <a:pt x="364831" y="364831"/>
                </a:cubicBezTo>
                <a:cubicBezTo>
                  <a:pt x="361116" y="368546"/>
                  <a:pt x="361116" y="374547"/>
                  <a:pt x="364831" y="378262"/>
                </a:cubicBezTo>
                <a:lnTo>
                  <a:pt x="424743" y="438174"/>
                </a:lnTo>
                <a:lnTo>
                  <a:pt x="381786" y="438174"/>
                </a:lnTo>
                <a:cubicBezTo>
                  <a:pt x="376547" y="438174"/>
                  <a:pt x="372261" y="442460"/>
                  <a:pt x="372261" y="447699"/>
                </a:cubicBezTo>
                <a:cubicBezTo>
                  <a:pt x="372261" y="452938"/>
                  <a:pt x="376547" y="457224"/>
                  <a:pt x="381786" y="457224"/>
                </a:cubicBezTo>
                <a:lnTo>
                  <a:pt x="448461" y="457224"/>
                </a:lnTo>
                <a:cubicBezTo>
                  <a:pt x="453700" y="457224"/>
                  <a:pt x="457986" y="452938"/>
                  <a:pt x="457986" y="447699"/>
                </a:cubicBezTo>
                <a:lnTo>
                  <a:pt x="457986" y="381024"/>
                </a:lnTo>
                <a:cubicBezTo>
                  <a:pt x="457986" y="375785"/>
                  <a:pt x="453700" y="371499"/>
                  <a:pt x="448461" y="371499"/>
                </a:cubicBezTo>
                <a:close/>
                <a:moveTo>
                  <a:pt x="155186" y="364736"/>
                </a:moveTo>
                <a:lnTo>
                  <a:pt x="95274" y="424648"/>
                </a:lnTo>
                <a:lnTo>
                  <a:pt x="95274" y="380929"/>
                </a:lnTo>
                <a:cubicBezTo>
                  <a:pt x="95274" y="375690"/>
                  <a:pt x="90988" y="371404"/>
                  <a:pt x="85749" y="371404"/>
                </a:cubicBezTo>
                <a:cubicBezTo>
                  <a:pt x="80510" y="371404"/>
                  <a:pt x="76224" y="375690"/>
                  <a:pt x="76224" y="380929"/>
                </a:cubicBezTo>
                <a:lnTo>
                  <a:pt x="76224" y="447604"/>
                </a:lnTo>
                <a:cubicBezTo>
                  <a:pt x="76224" y="452842"/>
                  <a:pt x="80510" y="457129"/>
                  <a:pt x="85749" y="457129"/>
                </a:cubicBezTo>
                <a:lnTo>
                  <a:pt x="152424" y="457129"/>
                </a:lnTo>
                <a:cubicBezTo>
                  <a:pt x="157663" y="457129"/>
                  <a:pt x="161949" y="452842"/>
                  <a:pt x="161949" y="447604"/>
                </a:cubicBezTo>
                <a:cubicBezTo>
                  <a:pt x="161949" y="442365"/>
                  <a:pt x="157663" y="438079"/>
                  <a:pt x="152424" y="438079"/>
                </a:cubicBezTo>
                <a:lnTo>
                  <a:pt x="108704" y="438079"/>
                </a:lnTo>
                <a:lnTo>
                  <a:pt x="168616" y="378166"/>
                </a:lnTo>
                <a:cubicBezTo>
                  <a:pt x="172331" y="374452"/>
                  <a:pt x="172331" y="368451"/>
                  <a:pt x="168616" y="364736"/>
                </a:cubicBezTo>
                <a:cubicBezTo>
                  <a:pt x="164902" y="361021"/>
                  <a:pt x="158901" y="361021"/>
                  <a:pt x="155186" y="364736"/>
                </a:cubicBezTo>
                <a:close/>
                <a:moveTo>
                  <a:pt x="371499" y="171474"/>
                </a:moveTo>
                <a:cubicBezTo>
                  <a:pt x="373976" y="171474"/>
                  <a:pt x="376357" y="170521"/>
                  <a:pt x="378261" y="168712"/>
                </a:cubicBezTo>
                <a:lnTo>
                  <a:pt x="438174" y="108799"/>
                </a:lnTo>
                <a:lnTo>
                  <a:pt x="438174" y="152519"/>
                </a:lnTo>
                <a:cubicBezTo>
                  <a:pt x="438174" y="157758"/>
                  <a:pt x="442460" y="162044"/>
                  <a:pt x="447699" y="162044"/>
                </a:cubicBezTo>
                <a:cubicBezTo>
                  <a:pt x="452938" y="162044"/>
                  <a:pt x="457224" y="157758"/>
                  <a:pt x="457224" y="152519"/>
                </a:cubicBezTo>
                <a:lnTo>
                  <a:pt x="457224" y="85844"/>
                </a:lnTo>
                <a:cubicBezTo>
                  <a:pt x="457224" y="80605"/>
                  <a:pt x="452938" y="76319"/>
                  <a:pt x="447699" y="76319"/>
                </a:cubicBezTo>
                <a:lnTo>
                  <a:pt x="381024" y="76319"/>
                </a:lnTo>
                <a:cubicBezTo>
                  <a:pt x="375785" y="76319"/>
                  <a:pt x="371499" y="80605"/>
                  <a:pt x="371499" y="85844"/>
                </a:cubicBezTo>
                <a:cubicBezTo>
                  <a:pt x="371499" y="91083"/>
                  <a:pt x="375785" y="95369"/>
                  <a:pt x="381024" y="95369"/>
                </a:cubicBezTo>
                <a:lnTo>
                  <a:pt x="424743" y="95369"/>
                </a:lnTo>
                <a:lnTo>
                  <a:pt x="364831" y="155281"/>
                </a:lnTo>
                <a:cubicBezTo>
                  <a:pt x="361116" y="158996"/>
                  <a:pt x="361116" y="164997"/>
                  <a:pt x="364831" y="168712"/>
                </a:cubicBezTo>
                <a:cubicBezTo>
                  <a:pt x="366736" y="170617"/>
                  <a:pt x="369118" y="171474"/>
                  <a:pt x="371594" y="171474"/>
                </a:cubicBezTo>
                <a:close/>
                <a:moveTo>
                  <a:pt x="32504" y="276249"/>
                </a:moveTo>
                <a:lnTo>
                  <a:pt x="104799" y="276249"/>
                </a:lnTo>
                <a:cubicBezTo>
                  <a:pt x="110038" y="276249"/>
                  <a:pt x="114324" y="271963"/>
                  <a:pt x="114324" y="266724"/>
                </a:cubicBezTo>
                <a:cubicBezTo>
                  <a:pt x="114324" y="261485"/>
                  <a:pt x="110038" y="257199"/>
                  <a:pt x="104799" y="257199"/>
                </a:cubicBezTo>
                <a:lnTo>
                  <a:pt x="32504" y="257199"/>
                </a:lnTo>
                <a:lnTo>
                  <a:pt x="63841" y="225862"/>
                </a:lnTo>
                <a:cubicBezTo>
                  <a:pt x="67556" y="222147"/>
                  <a:pt x="67556" y="216146"/>
                  <a:pt x="63841" y="212431"/>
                </a:cubicBezTo>
                <a:cubicBezTo>
                  <a:pt x="60127" y="208717"/>
                  <a:pt x="54126" y="208717"/>
                  <a:pt x="50411" y="212431"/>
                </a:cubicBezTo>
                <a:lnTo>
                  <a:pt x="2786" y="260056"/>
                </a:lnTo>
                <a:cubicBezTo>
                  <a:pt x="-929" y="263771"/>
                  <a:pt x="-929" y="269772"/>
                  <a:pt x="2786" y="273487"/>
                </a:cubicBezTo>
                <a:lnTo>
                  <a:pt x="50411" y="321112"/>
                </a:lnTo>
                <a:cubicBezTo>
                  <a:pt x="52316" y="323017"/>
                  <a:pt x="54697" y="323874"/>
                  <a:pt x="57174" y="323874"/>
                </a:cubicBezTo>
                <a:cubicBezTo>
                  <a:pt x="59650" y="323874"/>
                  <a:pt x="62031" y="322921"/>
                  <a:pt x="63937" y="321112"/>
                </a:cubicBezTo>
                <a:cubicBezTo>
                  <a:pt x="67651" y="317397"/>
                  <a:pt x="67651" y="311396"/>
                  <a:pt x="63937" y="307681"/>
                </a:cubicBezTo>
                <a:lnTo>
                  <a:pt x="32599" y="276344"/>
                </a:lnTo>
                <a:close/>
                <a:moveTo>
                  <a:pt x="530567" y="259961"/>
                </a:moveTo>
                <a:lnTo>
                  <a:pt x="482942" y="212336"/>
                </a:lnTo>
                <a:cubicBezTo>
                  <a:pt x="479227" y="208621"/>
                  <a:pt x="473226" y="208621"/>
                  <a:pt x="469511" y="212336"/>
                </a:cubicBezTo>
                <a:cubicBezTo>
                  <a:pt x="465796" y="216051"/>
                  <a:pt x="465796" y="222052"/>
                  <a:pt x="469511" y="225766"/>
                </a:cubicBezTo>
                <a:lnTo>
                  <a:pt x="500849" y="257104"/>
                </a:lnTo>
                <a:lnTo>
                  <a:pt x="428554" y="257104"/>
                </a:lnTo>
                <a:cubicBezTo>
                  <a:pt x="423315" y="257104"/>
                  <a:pt x="419029" y="261390"/>
                  <a:pt x="419029" y="266629"/>
                </a:cubicBezTo>
                <a:cubicBezTo>
                  <a:pt x="419029" y="271867"/>
                  <a:pt x="423315" y="276154"/>
                  <a:pt x="428554" y="276154"/>
                </a:cubicBezTo>
                <a:lnTo>
                  <a:pt x="500849" y="276154"/>
                </a:lnTo>
                <a:lnTo>
                  <a:pt x="469511" y="307491"/>
                </a:lnTo>
                <a:cubicBezTo>
                  <a:pt x="465796" y="311205"/>
                  <a:pt x="465796" y="317206"/>
                  <a:pt x="469511" y="320921"/>
                </a:cubicBezTo>
                <a:cubicBezTo>
                  <a:pt x="471416" y="322826"/>
                  <a:pt x="473797" y="323683"/>
                  <a:pt x="476274" y="323683"/>
                </a:cubicBezTo>
                <a:cubicBezTo>
                  <a:pt x="478751" y="323683"/>
                  <a:pt x="481132" y="322731"/>
                  <a:pt x="483036" y="320921"/>
                </a:cubicBezTo>
                <a:lnTo>
                  <a:pt x="530661" y="273296"/>
                </a:lnTo>
                <a:cubicBezTo>
                  <a:pt x="534376" y="269581"/>
                  <a:pt x="534376" y="263580"/>
                  <a:pt x="530661" y="2598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6" name="Google Shape;1926;p185"/>
          <p:cNvGrpSpPr/>
          <p:nvPr/>
        </p:nvGrpSpPr>
        <p:grpSpPr>
          <a:xfrm>
            <a:off x="664824" y="1066107"/>
            <a:ext cx="428521" cy="428520"/>
            <a:chOff x="9358184" y="2764785"/>
            <a:chExt cx="495514" cy="495513"/>
          </a:xfrm>
        </p:grpSpPr>
        <p:grpSp>
          <p:nvGrpSpPr>
            <p:cNvPr id="1927" name="Google Shape;1927;p185"/>
            <p:cNvGrpSpPr/>
            <p:nvPr/>
          </p:nvGrpSpPr>
          <p:grpSpPr>
            <a:xfrm>
              <a:off x="9358184" y="2802389"/>
              <a:ext cx="457909" cy="457909"/>
              <a:chOff x="9358184" y="2802389"/>
              <a:chExt cx="457909" cy="457909"/>
            </a:xfrm>
          </p:grpSpPr>
          <p:sp>
            <p:nvSpPr>
              <p:cNvPr id="1928" name="Google Shape;1928;p185"/>
              <p:cNvSpPr/>
              <p:nvPr/>
            </p:nvSpPr>
            <p:spPr>
              <a:xfrm>
                <a:off x="9434344" y="2878548"/>
                <a:ext cx="305685" cy="305685"/>
              </a:xfrm>
              <a:custGeom>
                <a:avLst/>
                <a:gdLst/>
                <a:ahLst/>
                <a:cxnLst/>
                <a:rect l="l" t="t" r="r" b="b"/>
                <a:pathLst>
                  <a:path w="305685" h="305685" extrusionOk="0">
                    <a:moveTo>
                      <a:pt x="152795" y="305590"/>
                    </a:moveTo>
                    <a:cubicBezTo>
                      <a:pt x="68543" y="305590"/>
                      <a:pt x="0" y="237047"/>
                      <a:pt x="0" y="152795"/>
                    </a:cubicBezTo>
                    <a:cubicBezTo>
                      <a:pt x="0" y="68544"/>
                      <a:pt x="68543" y="0"/>
                      <a:pt x="152795" y="0"/>
                    </a:cubicBezTo>
                    <a:cubicBezTo>
                      <a:pt x="173453" y="0"/>
                      <a:pt x="193540" y="4094"/>
                      <a:pt x="212485" y="12090"/>
                    </a:cubicBezTo>
                    <a:cubicBezTo>
                      <a:pt x="212771" y="12186"/>
                      <a:pt x="212866" y="12471"/>
                      <a:pt x="212771" y="12757"/>
                    </a:cubicBezTo>
                    <a:cubicBezTo>
                      <a:pt x="212676" y="12947"/>
                      <a:pt x="212390" y="13138"/>
                      <a:pt x="212104" y="13042"/>
                    </a:cubicBezTo>
                    <a:cubicBezTo>
                      <a:pt x="193350" y="5046"/>
                      <a:pt x="173358" y="1047"/>
                      <a:pt x="152795" y="1047"/>
                    </a:cubicBezTo>
                    <a:cubicBezTo>
                      <a:pt x="69114" y="1047"/>
                      <a:pt x="952" y="69210"/>
                      <a:pt x="952" y="152890"/>
                    </a:cubicBezTo>
                    <a:cubicBezTo>
                      <a:pt x="952" y="236571"/>
                      <a:pt x="69114" y="304734"/>
                      <a:pt x="152795" y="304734"/>
                    </a:cubicBezTo>
                    <a:cubicBezTo>
                      <a:pt x="236475" y="304734"/>
                      <a:pt x="304639" y="236571"/>
                      <a:pt x="304639" y="152890"/>
                    </a:cubicBezTo>
                    <a:cubicBezTo>
                      <a:pt x="304639" y="132327"/>
                      <a:pt x="300640" y="112431"/>
                      <a:pt x="292643" y="93581"/>
                    </a:cubicBezTo>
                    <a:cubicBezTo>
                      <a:pt x="292548" y="93295"/>
                      <a:pt x="292643" y="93105"/>
                      <a:pt x="292929" y="92915"/>
                    </a:cubicBezTo>
                    <a:cubicBezTo>
                      <a:pt x="293215" y="92819"/>
                      <a:pt x="293405" y="92915"/>
                      <a:pt x="293595" y="93200"/>
                    </a:cubicBezTo>
                    <a:cubicBezTo>
                      <a:pt x="301592" y="112145"/>
                      <a:pt x="305686" y="132137"/>
                      <a:pt x="305686" y="152890"/>
                    </a:cubicBezTo>
                    <a:cubicBezTo>
                      <a:pt x="305686" y="237142"/>
                      <a:pt x="237142" y="305686"/>
                      <a:pt x="152891" y="3056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9" name="Google Shape;1929;p185"/>
              <p:cNvSpPr/>
              <p:nvPr/>
            </p:nvSpPr>
            <p:spPr>
              <a:xfrm>
                <a:off x="9358184" y="2802389"/>
                <a:ext cx="457909" cy="457909"/>
              </a:xfrm>
              <a:custGeom>
                <a:avLst/>
                <a:gdLst/>
                <a:ahLst/>
                <a:cxnLst/>
                <a:rect l="l" t="t" r="r" b="b"/>
                <a:pathLst>
                  <a:path w="457909" h="457909" extrusionOk="0">
                    <a:moveTo>
                      <a:pt x="228955" y="457910"/>
                    </a:moveTo>
                    <a:cubicBezTo>
                      <a:pt x="102720" y="457910"/>
                      <a:pt x="0" y="355189"/>
                      <a:pt x="0" y="228955"/>
                    </a:cubicBezTo>
                    <a:cubicBezTo>
                      <a:pt x="0" y="102720"/>
                      <a:pt x="102720" y="0"/>
                      <a:pt x="228955" y="0"/>
                    </a:cubicBezTo>
                    <a:cubicBezTo>
                      <a:pt x="269891" y="0"/>
                      <a:pt x="310065" y="10948"/>
                      <a:pt x="345193" y="31701"/>
                    </a:cubicBezTo>
                    <a:cubicBezTo>
                      <a:pt x="345384" y="31797"/>
                      <a:pt x="345479" y="32082"/>
                      <a:pt x="345384" y="32368"/>
                    </a:cubicBezTo>
                    <a:cubicBezTo>
                      <a:pt x="345289" y="32558"/>
                      <a:pt x="344908" y="32653"/>
                      <a:pt x="344717" y="32558"/>
                    </a:cubicBezTo>
                    <a:cubicBezTo>
                      <a:pt x="309684" y="11900"/>
                      <a:pt x="269700" y="952"/>
                      <a:pt x="228955" y="952"/>
                    </a:cubicBezTo>
                    <a:cubicBezTo>
                      <a:pt x="103196" y="952"/>
                      <a:pt x="952" y="103196"/>
                      <a:pt x="952" y="228955"/>
                    </a:cubicBezTo>
                    <a:cubicBezTo>
                      <a:pt x="952" y="354713"/>
                      <a:pt x="103196" y="456958"/>
                      <a:pt x="228955" y="456958"/>
                    </a:cubicBezTo>
                    <a:cubicBezTo>
                      <a:pt x="354713" y="456958"/>
                      <a:pt x="456958" y="354713"/>
                      <a:pt x="456958" y="228955"/>
                    </a:cubicBezTo>
                    <a:cubicBezTo>
                      <a:pt x="456958" y="188209"/>
                      <a:pt x="446010" y="148130"/>
                      <a:pt x="425352" y="113192"/>
                    </a:cubicBezTo>
                    <a:cubicBezTo>
                      <a:pt x="425256" y="113002"/>
                      <a:pt x="425352" y="112716"/>
                      <a:pt x="425542" y="112526"/>
                    </a:cubicBezTo>
                    <a:cubicBezTo>
                      <a:pt x="425732" y="112431"/>
                      <a:pt x="426018" y="112526"/>
                      <a:pt x="426208" y="112716"/>
                    </a:cubicBezTo>
                    <a:cubicBezTo>
                      <a:pt x="446962" y="147845"/>
                      <a:pt x="457910" y="188019"/>
                      <a:pt x="457910" y="228955"/>
                    </a:cubicBezTo>
                    <a:cubicBezTo>
                      <a:pt x="457910" y="355189"/>
                      <a:pt x="355190" y="457910"/>
                      <a:pt x="228955" y="457910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0" name="Google Shape;1930;p185"/>
              <p:cNvSpPr/>
              <p:nvPr/>
            </p:nvSpPr>
            <p:spPr>
              <a:xfrm>
                <a:off x="9510503" y="2954994"/>
                <a:ext cx="152985" cy="152985"/>
              </a:xfrm>
              <a:custGeom>
                <a:avLst/>
                <a:gdLst/>
                <a:ahLst/>
                <a:cxnLst/>
                <a:rect l="l" t="t" r="r" b="b"/>
                <a:pathLst>
                  <a:path w="152985" h="152985" extrusionOk="0">
                    <a:moveTo>
                      <a:pt x="76636" y="152986"/>
                    </a:moveTo>
                    <a:cubicBezTo>
                      <a:pt x="34367" y="152986"/>
                      <a:pt x="0" y="118619"/>
                      <a:pt x="0" y="76350"/>
                    </a:cubicBezTo>
                    <a:cubicBezTo>
                      <a:pt x="0" y="34081"/>
                      <a:pt x="31511" y="2475"/>
                      <a:pt x="71780" y="0"/>
                    </a:cubicBezTo>
                    <a:cubicBezTo>
                      <a:pt x="71971" y="0"/>
                      <a:pt x="72256" y="190"/>
                      <a:pt x="72256" y="476"/>
                    </a:cubicBezTo>
                    <a:cubicBezTo>
                      <a:pt x="72256" y="762"/>
                      <a:pt x="72066" y="952"/>
                      <a:pt x="71780" y="952"/>
                    </a:cubicBezTo>
                    <a:cubicBezTo>
                      <a:pt x="32082" y="3427"/>
                      <a:pt x="952" y="36652"/>
                      <a:pt x="952" y="76350"/>
                    </a:cubicBezTo>
                    <a:cubicBezTo>
                      <a:pt x="952" y="118047"/>
                      <a:pt x="34938" y="152034"/>
                      <a:pt x="76636" y="152034"/>
                    </a:cubicBezTo>
                    <a:cubicBezTo>
                      <a:pt x="118333" y="152034"/>
                      <a:pt x="149558" y="120903"/>
                      <a:pt x="152033" y="81205"/>
                    </a:cubicBezTo>
                    <a:cubicBezTo>
                      <a:pt x="152033" y="80920"/>
                      <a:pt x="152224" y="80729"/>
                      <a:pt x="152509" y="80729"/>
                    </a:cubicBezTo>
                    <a:cubicBezTo>
                      <a:pt x="152795" y="80729"/>
                      <a:pt x="152985" y="81015"/>
                      <a:pt x="152985" y="81205"/>
                    </a:cubicBezTo>
                    <a:cubicBezTo>
                      <a:pt x="150415" y="121475"/>
                      <a:pt x="116905" y="152986"/>
                      <a:pt x="76636" y="152986"/>
                    </a:cubicBezTo>
                    <a:close/>
                  </a:path>
                </a:pathLst>
              </a:custGeom>
              <a:noFill/>
              <a:ln w="19050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1" name="Google Shape;1931;p185"/>
            <p:cNvSpPr/>
            <p:nvPr/>
          </p:nvSpPr>
          <p:spPr>
            <a:xfrm>
              <a:off x="9586615" y="2912545"/>
              <a:ext cx="119380" cy="119274"/>
            </a:xfrm>
            <a:custGeom>
              <a:avLst/>
              <a:gdLst/>
              <a:ahLst/>
              <a:cxnLst/>
              <a:rect l="l" t="t" r="r" b="b"/>
              <a:pathLst>
                <a:path w="119380" h="119274" extrusionOk="0">
                  <a:moveTo>
                    <a:pt x="524" y="119274"/>
                  </a:moveTo>
                  <a:cubicBezTo>
                    <a:pt x="524" y="119274"/>
                    <a:pt x="238" y="119274"/>
                    <a:pt x="143" y="119179"/>
                  </a:cubicBezTo>
                  <a:cubicBezTo>
                    <a:pt x="-48" y="118989"/>
                    <a:pt x="-48" y="118703"/>
                    <a:pt x="143" y="118513"/>
                  </a:cubicBezTo>
                  <a:lnTo>
                    <a:pt x="118571" y="85"/>
                  </a:lnTo>
                  <a:cubicBezTo>
                    <a:pt x="118571" y="85"/>
                    <a:pt x="119047" y="-106"/>
                    <a:pt x="119237" y="85"/>
                  </a:cubicBezTo>
                  <a:cubicBezTo>
                    <a:pt x="119428" y="275"/>
                    <a:pt x="119428" y="561"/>
                    <a:pt x="119237" y="751"/>
                  </a:cubicBezTo>
                  <a:lnTo>
                    <a:pt x="809" y="119179"/>
                  </a:lnTo>
                  <a:cubicBezTo>
                    <a:pt x="809" y="119179"/>
                    <a:pt x="619" y="119274"/>
                    <a:pt x="428" y="11927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185"/>
            <p:cNvSpPr/>
            <p:nvPr/>
          </p:nvSpPr>
          <p:spPr>
            <a:xfrm>
              <a:off x="9692144" y="2764785"/>
              <a:ext cx="161554" cy="161553"/>
            </a:xfrm>
            <a:custGeom>
              <a:avLst/>
              <a:gdLst/>
              <a:ahLst/>
              <a:cxnLst/>
              <a:rect l="l" t="t" r="r" b="b"/>
              <a:pathLst>
                <a:path w="161554" h="161553" extrusionOk="0">
                  <a:moveTo>
                    <a:pt x="94248" y="67306"/>
                  </a:moveTo>
                  <a:lnTo>
                    <a:pt x="80730" y="0"/>
                  </a:lnTo>
                  <a:lnTo>
                    <a:pt x="0" y="80824"/>
                  </a:lnTo>
                  <a:lnTo>
                    <a:pt x="13423" y="148130"/>
                  </a:lnTo>
                  <a:lnTo>
                    <a:pt x="80730" y="161554"/>
                  </a:lnTo>
                  <a:lnTo>
                    <a:pt x="161554" y="80824"/>
                  </a:lnTo>
                  <a:lnTo>
                    <a:pt x="94248" y="67306"/>
                  </a:lnTo>
                  <a:close/>
                </a:path>
              </a:pathLst>
            </a:custGeom>
            <a:noFill/>
            <a:ln w="19050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"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4" name="Google Shape;1934;p18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35" name="Google Shape;1935;p186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6" name="Google Shape;1936;p186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7" name="Google Shape;1937;p186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8" name="Google Shape;1938;p186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39" name="Google Shape;1939;p186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0" name="Google Shape;1940;p186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1" name="Google Shape;1941;p186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3. Ponto de partida">
    <p:spTree>
      <p:nvGrpSpPr>
        <p:cNvPr id="1" name="Shape 1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3" name="Google Shape;1943;p18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44" name="Google Shape;1944;p187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5" name="Google Shape;1945;p187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" name="Google Shape;1946;p187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7" name="Google Shape;1947;p187"/>
          <p:cNvSpPr txBox="1">
            <a:spLocks noGrp="1"/>
          </p:cNvSpPr>
          <p:nvPr>
            <p:ph type="body" idx="1"/>
          </p:nvPr>
        </p:nvSpPr>
        <p:spPr>
          <a:xfrm>
            <a:off x="3598334" y="2009776"/>
            <a:ext cx="8080500" cy="37392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8" name="Google Shape;1948;p187"/>
          <p:cNvSpPr/>
          <p:nvPr/>
        </p:nvSpPr>
        <p:spPr>
          <a:xfrm>
            <a:off x="200185" y="269162"/>
            <a:ext cx="2290200" cy="16713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9" name="Google Shape;1949;p187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Ponto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2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88"/>
          <p:cNvSpPr txBox="1">
            <a:spLocks noGrp="1"/>
          </p:cNvSpPr>
          <p:nvPr>
            <p:ph type="body" idx="1"/>
          </p:nvPr>
        </p:nvSpPr>
        <p:spPr>
          <a:xfrm>
            <a:off x="3751838" y="21702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2" name="Google Shape;1952;p188"/>
          <p:cNvSpPr txBox="1">
            <a:spLocks noGrp="1"/>
          </p:cNvSpPr>
          <p:nvPr>
            <p:ph type="body" idx="2"/>
          </p:nvPr>
        </p:nvSpPr>
        <p:spPr>
          <a:xfrm>
            <a:off x="3751838" y="31227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3" name="Google Shape;1953;p188"/>
          <p:cNvSpPr txBox="1">
            <a:spLocks noGrp="1"/>
          </p:cNvSpPr>
          <p:nvPr>
            <p:ph type="body" idx="3"/>
          </p:nvPr>
        </p:nvSpPr>
        <p:spPr>
          <a:xfrm>
            <a:off x="3751838" y="40498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4" name="Google Shape;1954;p188"/>
          <p:cNvSpPr txBox="1">
            <a:spLocks noGrp="1"/>
          </p:cNvSpPr>
          <p:nvPr>
            <p:ph type="body" idx="4"/>
          </p:nvPr>
        </p:nvSpPr>
        <p:spPr>
          <a:xfrm>
            <a:off x="3751838" y="4989664"/>
            <a:ext cx="4044900" cy="7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3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5" name="Google Shape;1955;p188"/>
          <p:cNvSpPr txBox="1">
            <a:spLocks noGrp="1"/>
          </p:cNvSpPr>
          <p:nvPr>
            <p:ph type="body" idx="5"/>
          </p:nvPr>
        </p:nvSpPr>
        <p:spPr>
          <a:xfrm>
            <a:off x="3514725" y="559205"/>
            <a:ext cx="7208400" cy="12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6" name="Google Shape;1956;p188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7" name="Google Shape;1957;p188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2"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9" name="Google Shape;1959;p1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0" name="Google Shape;1960;p189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1" name="Google Shape;1961;p189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2" name="Google Shape;1962;p189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3" name="Google Shape;1963;p189"/>
          <p:cNvSpPr txBox="1">
            <a:spLocks noGrp="1"/>
          </p:cNvSpPr>
          <p:nvPr>
            <p:ph type="body" idx="1"/>
          </p:nvPr>
        </p:nvSpPr>
        <p:spPr>
          <a:xfrm>
            <a:off x="3598410" y="633520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4" name="Google Shape;1964;p189"/>
          <p:cNvSpPr txBox="1">
            <a:spLocks noGrp="1"/>
          </p:cNvSpPr>
          <p:nvPr>
            <p:ph type="body" idx="2"/>
          </p:nvPr>
        </p:nvSpPr>
        <p:spPr>
          <a:xfrm>
            <a:off x="7767637" y="630987"/>
            <a:ext cx="3804000" cy="54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5" name="Google Shape;1965;p189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189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3"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8" name="Google Shape;1968;p19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69" name="Google Shape;1969;p190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0" name="Google Shape;1970;p190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1" name="Google Shape;1971;p190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2" name="Google Shape;1972;p190"/>
          <p:cNvSpPr>
            <a:spLocks noGrp="1"/>
          </p:cNvSpPr>
          <p:nvPr>
            <p:ph type="pic" idx="2"/>
          </p:nvPr>
        </p:nvSpPr>
        <p:spPr>
          <a:xfrm>
            <a:off x="3598408" y="2027345"/>
            <a:ext cx="8052600" cy="36999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973" name="Google Shape;1973;p190"/>
          <p:cNvSpPr txBox="1">
            <a:spLocks noGrp="1"/>
          </p:cNvSpPr>
          <p:nvPr>
            <p:ph type="body" idx="1"/>
          </p:nvPr>
        </p:nvSpPr>
        <p:spPr>
          <a:xfrm>
            <a:off x="3598407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4" name="Google Shape;1974;p190"/>
          <p:cNvSpPr txBox="1">
            <a:spLocks noGrp="1"/>
          </p:cNvSpPr>
          <p:nvPr>
            <p:ph type="body" idx="3"/>
          </p:nvPr>
        </p:nvSpPr>
        <p:spPr>
          <a:xfrm>
            <a:off x="3598407" y="5842824"/>
            <a:ext cx="8052900" cy="3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75" name="Google Shape;1975;p190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6" name="Google Shape;1976;p190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4">
    <p:spTree>
      <p:nvGrpSpPr>
        <p:cNvPr id="1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8" name="Google Shape;1978;p19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79" name="Google Shape;1979;p191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0" name="Google Shape;1980;p191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1" name="Google Shape;1981;p191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2" name="Google Shape;1982;p191"/>
          <p:cNvSpPr txBox="1">
            <a:spLocks noGrp="1"/>
          </p:cNvSpPr>
          <p:nvPr>
            <p:ph type="body" idx="1"/>
          </p:nvPr>
        </p:nvSpPr>
        <p:spPr>
          <a:xfrm>
            <a:off x="3598409" y="619125"/>
            <a:ext cx="8052900" cy="11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3" name="Google Shape;1983;p191"/>
          <p:cNvSpPr txBox="1">
            <a:spLocks noGrp="1"/>
          </p:cNvSpPr>
          <p:nvPr>
            <p:ph type="body" idx="2"/>
          </p:nvPr>
        </p:nvSpPr>
        <p:spPr>
          <a:xfrm>
            <a:off x="3598409" y="5860191"/>
            <a:ext cx="80526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4" name="Google Shape;1984;p191"/>
          <p:cNvSpPr txBox="1"/>
          <p:nvPr/>
        </p:nvSpPr>
        <p:spPr>
          <a:xfrm>
            <a:off x="12032105" y="578620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5" name="Google Shape;1985;p191"/>
          <p:cNvSpPr txBox="1">
            <a:spLocks noGrp="1"/>
          </p:cNvSpPr>
          <p:nvPr>
            <p:ph type="body" idx="3"/>
          </p:nvPr>
        </p:nvSpPr>
        <p:spPr>
          <a:xfrm>
            <a:off x="3598409" y="2012716"/>
            <a:ext cx="8052600" cy="37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86" name="Google Shape;1986;p191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7" name="Google Shape;1987;p191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5"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9" name="Google Shape;1989;p19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90" name="Google Shape;1990;p192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1" name="Google Shape;1991;p192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2" name="Google Shape;1992;p192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3" name="Google Shape;1993;p192"/>
          <p:cNvSpPr txBox="1">
            <a:spLocks noGrp="1"/>
          </p:cNvSpPr>
          <p:nvPr>
            <p:ph type="body" idx="1"/>
          </p:nvPr>
        </p:nvSpPr>
        <p:spPr>
          <a:xfrm>
            <a:off x="3598410" y="633942"/>
            <a:ext cx="80529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4" name="Google Shape;1994;p192"/>
          <p:cNvSpPr txBox="1">
            <a:spLocks noGrp="1"/>
          </p:cNvSpPr>
          <p:nvPr>
            <p:ph type="body" idx="2"/>
          </p:nvPr>
        </p:nvSpPr>
        <p:spPr>
          <a:xfrm>
            <a:off x="6374268" y="2372801"/>
            <a:ext cx="5277000" cy="3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5" name="Google Shape;1995;p192"/>
          <p:cNvSpPr txBox="1">
            <a:spLocks noGrp="1"/>
          </p:cNvSpPr>
          <p:nvPr>
            <p:ph type="body" idx="3"/>
          </p:nvPr>
        </p:nvSpPr>
        <p:spPr>
          <a:xfrm>
            <a:off x="3596090" y="5702430"/>
            <a:ext cx="2497500" cy="2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96" name="Google Shape;1996;p192"/>
          <p:cNvSpPr>
            <a:spLocks noGrp="1"/>
          </p:cNvSpPr>
          <p:nvPr>
            <p:ph type="pic" idx="4"/>
          </p:nvPr>
        </p:nvSpPr>
        <p:spPr>
          <a:xfrm>
            <a:off x="3596091" y="2364317"/>
            <a:ext cx="2497800" cy="32163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997" name="Google Shape;1997;p192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8" name="Google Shape;1998;p192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. Conteudo">
  <p:cSld name="2_3. Conteudo 6">
    <p:spTree>
      <p:nvGrpSpPr>
        <p:cNvPr id="1" name="Shape 1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0" name="Google Shape;2000;p1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095626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193"/>
          <p:cNvSpPr txBox="1"/>
          <p:nvPr/>
        </p:nvSpPr>
        <p:spPr>
          <a:xfrm>
            <a:off x="8734269" y="-1898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2" name="Google Shape;2002;p193"/>
          <p:cNvSpPr txBox="1"/>
          <p:nvPr/>
        </p:nvSpPr>
        <p:spPr>
          <a:xfrm>
            <a:off x="3131671" y="-47811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3" name="Google Shape;2003;p193"/>
          <p:cNvSpPr txBox="1"/>
          <p:nvPr/>
        </p:nvSpPr>
        <p:spPr>
          <a:xfrm>
            <a:off x="2342777" y="-53788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4" name="Google Shape;2004;p193"/>
          <p:cNvSpPr txBox="1">
            <a:spLocks noGrp="1"/>
          </p:cNvSpPr>
          <p:nvPr>
            <p:ph type="body" idx="1"/>
          </p:nvPr>
        </p:nvSpPr>
        <p:spPr>
          <a:xfrm>
            <a:off x="3707268" y="641350"/>
            <a:ext cx="7366200" cy="17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5" name="Google Shape;2005;p193"/>
          <p:cNvSpPr txBox="1">
            <a:spLocks noGrp="1"/>
          </p:cNvSpPr>
          <p:nvPr>
            <p:ph type="body" idx="2"/>
          </p:nvPr>
        </p:nvSpPr>
        <p:spPr>
          <a:xfrm>
            <a:off x="4428690" y="2540104"/>
            <a:ext cx="6644700" cy="34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06" name="Google Shape;2006;p193"/>
          <p:cNvSpPr/>
          <p:nvPr/>
        </p:nvSpPr>
        <p:spPr>
          <a:xfrm>
            <a:off x="214209" y="3724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7" name="Google Shape;2007;p193"/>
          <p:cNvSpPr txBox="1"/>
          <p:nvPr/>
        </p:nvSpPr>
        <p:spPr>
          <a:xfrm>
            <a:off x="664925" y="998108"/>
            <a:ext cx="14862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Relembre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950">
          <p15:clr>
            <a:srgbClr val="FBAE40"/>
          </p15:clr>
        </p15:guide>
      </p15:sldGuideLst>
    </p:ext>
  </p:extLst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Construindo o conceito">
    <p:spTree>
      <p:nvGrpSpPr>
        <p:cNvPr id="1" name="Shape 2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9" name="Google Shape;2009;p19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0" name="Google Shape;2010;p194"/>
          <p:cNvSpPr/>
          <p:nvPr/>
        </p:nvSpPr>
        <p:spPr>
          <a:xfrm>
            <a:off x="3426936" y="0"/>
            <a:ext cx="8781600" cy="6886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1" name="Google Shape;2011;p194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2" name="Google Shape;2012;p194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3" name="Google Shape;2013;p194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014" name="Google Shape;2014;p194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15" name="Google Shape;2015;p194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6" name="Google Shape;2016;p194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17" name="Google Shape;2017;p194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8" name="Google Shape;2018;p194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9" name="Google Shape;2019;p194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0" name="Google Shape;2020;p194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1" name="Google Shape;2021;p194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2" name="Google Shape;2022;p194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3" name="Google Shape;2023;p194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4" name="Google Shape;2024;p194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025" name="Google Shape;2025;p194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6" name="Google Shape;2026;p194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8" name="Google Shape;2028;p19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9" name="Google Shape;2029;p19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0" name="Google Shape;2030;p195"/>
          <p:cNvSpPr txBox="1">
            <a:spLocks noGrp="1"/>
          </p:cNvSpPr>
          <p:nvPr>
            <p:ph type="body" idx="1"/>
          </p:nvPr>
        </p:nvSpPr>
        <p:spPr>
          <a:xfrm>
            <a:off x="3178176" y="1031875"/>
            <a:ext cx="4616400" cy="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1" name="Google Shape;2031;p19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2" name="Google Shape;2032;p19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3_Atividade_Resposta">
    <p:spTree>
      <p:nvGrpSpPr>
        <p:cNvPr id="1" name="Shape 2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" name="Google Shape;2034;p196"/>
          <p:cNvSpPr txBox="1">
            <a:spLocks noGrp="1"/>
          </p:cNvSpPr>
          <p:nvPr>
            <p:ph type="body" idx="1"/>
          </p:nvPr>
        </p:nvSpPr>
        <p:spPr>
          <a:xfrm>
            <a:off x="2633811" y="1324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5" name="Google Shape;2035;p196"/>
          <p:cNvSpPr txBox="1">
            <a:spLocks noGrp="1"/>
          </p:cNvSpPr>
          <p:nvPr>
            <p:ph type="body" idx="2"/>
          </p:nvPr>
        </p:nvSpPr>
        <p:spPr>
          <a:xfrm>
            <a:off x="2633811" y="2340949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6" name="Google Shape;2036;p196"/>
          <p:cNvSpPr txBox="1">
            <a:spLocks noGrp="1"/>
          </p:cNvSpPr>
          <p:nvPr>
            <p:ph type="body" idx="3"/>
          </p:nvPr>
        </p:nvSpPr>
        <p:spPr>
          <a:xfrm>
            <a:off x="2633811" y="3365077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37" name="Google Shape;2037;p196"/>
          <p:cNvSpPr txBox="1">
            <a:spLocks noGrp="1"/>
          </p:cNvSpPr>
          <p:nvPr>
            <p:ph type="body" idx="4"/>
          </p:nvPr>
        </p:nvSpPr>
        <p:spPr>
          <a:xfrm>
            <a:off x="2633811" y="4486741"/>
            <a:ext cx="4998600" cy="8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4_Atividade_Resposta">
    <p:spTree>
      <p:nvGrpSpPr>
        <p:cNvPr id="1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9" name="Google Shape;2039;p19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0" name="Google Shape;2040;p19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197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2" name="Google Shape;2042;p197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3" name="Google Shape;2043;p197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4" name="Google Shape;2044;p197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5" name="Google Shape;2045;p197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6" name="Google Shape;2046;p197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47" name="Google Shape;2047;p197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8" name="Google Shape;2048;p197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">
    <p:spTree>
      <p:nvGrpSpPr>
        <p:cNvPr id="1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Google Shape;2050;p19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1" name="Google Shape;2051;p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52" name="Google Shape;2052;p198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3" name="Google Shape;2053;p198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4" name="Google Shape;2054;p198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5" name="Google Shape;2055;p198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6" name="Google Shape;2056;p198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7" name="Google Shape;2057;p198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58" name="Google Shape;2058;p19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9" name="Google Shape;2059;p198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">
    <p:spTree>
      <p:nvGrpSpPr>
        <p:cNvPr id="1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Google Shape;2061;p19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19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199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4" name="Google Shape;2064;p199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5" name="Google Shape;2065;p199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066" name="Google Shape;2066;p19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7" name="Google Shape;2067;p199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3_1. Desenvolvimento"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9" name="Google Shape;2069;p2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0" name="Google Shape;2070;p2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71" name="Google Shape;2071;p200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2" name="Google Shape;2072;p20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3" name="Google Shape;2073;p20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Quadro">
    <p:spTree>
      <p:nvGrpSpPr>
        <p:cNvPr id="1" name="Shape 2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5" name="Google Shape;2075;p20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076" name="Google Shape;2076;p201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77" name="Google Shape;2077;p201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8" name="Google Shape;2078;p201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ayout Personalizado">
  <p:cSld name="1_Layout Personalizado">
    <p:spTree>
      <p:nvGrpSpPr>
        <p:cNvPr id="1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0" name="Google Shape;2080;p20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1" name="Google Shape;2081;p202"/>
          <p:cNvGrpSpPr/>
          <p:nvPr/>
        </p:nvGrpSpPr>
        <p:grpSpPr>
          <a:xfrm>
            <a:off x="0" y="0"/>
            <a:ext cx="8566500" cy="5808033"/>
            <a:chOff x="0" y="0"/>
            <a:chExt cx="8566500" cy="5808033"/>
          </a:xfrm>
        </p:grpSpPr>
        <p:sp>
          <p:nvSpPr>
            <p:cNvPr id="2082" name="Google Shape;2082;p202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3" name="Google Shape;2083;p202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4" name="Google Shape;2084;p202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85" name="Google Shape;2085;p202"/>
          <p:cNvSpPr txBox="1">
            <a:spLocks noGrp="1"/>
          </p:cNvSpPr>
          <p:nvPr>
            <p:ph type="body" idx="1"/>
          </p:nvPr>
        </p:nvSpPr>
        <p:spPr>
          <a:xfrm>
            <a:off x="1472540" y="999139"/>
            <a:ext cx="5135400" cy="31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86" name="Google Shape;2086;p202"/>
          <p:cNvSpPr txBox="1">
            <a:spLocks noGrp="1"/>
          </p:cNvSpPr>
          <p:nvPr>
            <p:ph type="body" idx="2"/>
          </p:nvPr>
        </p:nvSpPr>
        <p:spPr>
          <a:xfrm>
            <a:off x="1472540" y="4248213"/>
            <a:ext cx="3345300" cy="4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3">
    <p:spTree>
      <p:nvGrpSpPr>
        <p:cNvPr id="1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8" name="Google Shape;2088;p20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2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0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1" name="Google Shape;2091;p20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2" name="Google Shape;2092;p20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093" name="Google Shape;2093;p20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4" name="Google Shape;2094;p203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1_3. Conteudo">
    <p:bg>
      <p:bgPr>
        <a:solidFill>
          <a:srgbClr val="28566E"/>
        </a:solidFill>
        <a:effectLst/>
      </p:bgPr>
    </p:bg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6" name="Google Shape;2096;p20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097" name="Google Shape;2097;p20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8" name="Google Shape;2098;p20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9" name="Google Shape;2099;p20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0" name="Google Shape;2100;p20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1" name="Google Shape;2101;p20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2" name="Google Shape;2102;p20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3" name="Google Shape;2103;p20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04" name="Google Shape;2104;p20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05" name="Google Shape;2105;p20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6" name="Google Shape;2106;p20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7" name="Google Shape;2107;p204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7">
    <p:bg>
      <p:bgPr>
        <a:solidFill>
          <a:srgbClr val="28566E"/>
        </a:solidFill>
        <a:effectLst/>
      </p:bgPr>
    </p:bg>
    <p:spTree>
      <p:nvGrpSpPr>
        <p:cNvPr id="1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9" name="Google Shape;2109;p20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0" name="Google Shape;2110;p20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111" name="Google Shape;2111;p20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2" name="Google Shape;2112;p20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3" name="Google Shape;2113;p20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4" name="Google Shape;2114;p20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15" name="Google Shape;2115;p20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16" name="Google Shape;2116;p205"/>
          <p:cNvSpPr txBox="1"/>
          <p:nvPr/>
        </p:nvSpPr>
        <p:spPr>
          <a:xfrm>
            <a:off x="5767754" y="-75027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7" name="Google Shape;2117;p20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8" name="Google Shape;2118;p205"/>
          <p:cNvSpPr txBox="1"/>
          <p:nvPr/>
        </p:nvSpPr>
        <p:spPr>
          <a:xfrm>
            <a:off x="2522615" y="3136615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4. Exposição">
    <p:spTree>
      <p:nvGrpSpPr>
        <p:cNvPr id="1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0" name="Google Shape;2120;p20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121" name="Google Shape;2121;p20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2" name="Google Shape;2122;p20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3" name="Google Shape;2123;p20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124" name="Google Shape;2124;p20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25" name="Google Shape;2125;p206"/>
          <p:cNvSpPr/>
          <p:nvPr/>
        </p:nvSpPr>
        <p:spPr>
          <a:xfrm>
            <a:off x="229449" y="321631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6" name="Google Shape;2126;p206"/>
          <p:cNvSpPr txBox="1"/>
          <p:nvPr/>
        </p:nvSpPr>
        <p:spPr>
          <a:xfrm>
            <a:off x="495695" y="757428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2">
    <p:spTree>
      <p:nvGrpSpPr>
        <p:cNvPr id="1" name="Shape 2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8" name="Google Shape;2128;p2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9" name="Google Shape;2129;p2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130" name="Google Shape;2130;p207"/>
          <p:cNvSpPr txBox="1">
            <a:spLocks noGrp="1"/>
          </p:cNvSpPr>
          <p:nvPr>
            <p:ph type="body" idx="1"/>
          </p:nvPr>
        </p:nvSpPr>
        <p:spPr>
          <a:xfrm>
            <a:off x="2832629" y="929217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1" name="Google Shape;2131;p207"/>
          <p:cNvSpPr txBox="1">
            <a:spLocks noGrp="1"/>
          </p:cNvSpPr>
          <p:nvPr>
            <p:ph type="body" idx="2"/>
          </p:nvPr>
        </p:nvSpPr>
        <p:spPr>
          <a:xfrm>
            <a:off x="3117954" y="1598778"/>
            <a:ext cx="8226900" cy="26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2" name="Google Shape;2132;p207"/>
          <p:cNvSpPr txBox="1">
            <a:spLocks noGrp="1"/>
          </p:cNvSpPr>
          <p:nvPr>
            <p:ph type="body" idx="3"/>
          </p:nvPr>
        </p:nvSpPr>
        <p:spPr>
          <a:xfrm>
            <a:off x="4282082" y="4997173"/>
            <a:ext cx="6770700" cy="9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3" name="Google Shape;2133;p20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4" name="Google Shape;2134;p20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">
    <p:spTree>
      <p:nvGrpSpPr>
        <p:cNvPr id="1" name="Shape 2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6" name="Google Shape;2136;p20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7" name="Google Shape;2137;p20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8" name="Google Shape;2138;p208"/>
          <p:cNvSpPr txBox="1">
            <a:spLocks noGrp="1"/>
          </p:cNvSpPr>
          <p:nvPr>
            <p:ph type="body" idx="1"/>
          </p:nvPr>
        </p:nvSpPr>
        <p:spPr>
          <a:xfrm>
            <a:off x="3806396" y="2036189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9" name="Google Shape;2139;p208"/>
          <p:cNvSpPr txBox="1">
            <a:spLocks noGrp="1"/>
          </p:cNvSpPr>
          <p:nvPr>
            <p:ph type="body" idx="2"/>
          </p:nvPr>
        </p:nvSpPr>
        <p:spPr>
          <a:xfrm>
            <a:off x="3806396" y="3363540"/>
            <a:ext cx="3291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0" name="Google Shape;2140;p208"/>
          <p:cNvSpPr txBox="1">
            <a:spLocks noGrp="1"/>
          </p:cNvSpPr>
          <p:nvPr>
            <p:ph type="body" idx="3"/>
          </p:nvPr>
        </p:nvSpPr>
        <p:spPr>
          <a:xfrm>
            <a:off x="8183525" y="4696970"/>
            <a:ext cx="3291600" cy="2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1" name="Google Shape;2141;p208"/>
          <p:cNvSpPr txBox="1">
            <a:spLocks noGrp="1"/>
          </p:cNvSpPr>
          <p:nvPr>
            <p:ph type="body" idx="4"/>
          </p:nvPr>
        </p:nvSpPr>
        <p:spPr>
          <a:xfrm>
            <a:off x="3806396" y="4676237"/>
            <a:ext cx="3276600" cy="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2" name="Google Shape;2142;p208"/>
          <p:cNvSpPr txBox="1">
            <a:spLocks noGrp="1"/>
          </p:cNvSpPr>
          <p:nvPr>
            <p:ph type="body" idx="5"/>
          </p:nvPr>
        </p:nvSpPr>
        <p:spPr>
          <a:xfrm>
            <a:off x="8183525" y="2036512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3" name="Google Shape;2143;p208"/>
          <p:cNvSpPr txBox="1">
            <a:spLocks noGrp="1"/>
          </p:cNvSpPr>
          <p:nvPr>
            <p:ph type="body" idx="6"/>
          </p:nvPr>
        </p:nvSpPr>
        <p:spPr>
          <a:xfrm>
            <a:off x="8183525" y="3363864"/>
            <a:ext cx="32916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4" name="Google Shape;2144;p208"/>
          <p:cNvSpPr txBox="1">
            <a:spLocks noGrp="1"/>
          </p:cNvSpPr>
          <p:nvPr>
            <p:ph type="body" idx="7"/>
          </p:nvPr>
        </p:nvSpPr>
        <p:spPr>
          <a:xfrm>
            <a:off x="2825335" y="912661"/>
            <a:ext cx="6246900" cy="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5" name="Google Shape;2145;p208"/>
          <p:cNvSpPr txBox="1">
            <a:spLocks noGrp="1"/>
          </p:cNvSpPr>
          <p:nvPr>
            <p:ph type="body" idx="8"/>
          </p:nvPr>
        </p:nvSpPr>
        <p:spPr>
          <a:xfrm>
            <a:off x="3806397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6" name="Google Shape;2146;p208"/>
          <p:cNvSpPr txBox="1">
            <a:spLocks noGrp="1"/>
          </p:cNvSpPr>
          <p:nvPr>
            <p:ph type="body" idx="9"/>
          </p:nvPr>
        </p:nvSpPr>
        <p:spPr>
          <a:xfrm>
            <a:off x="3806397" y="3725169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7" name="Google Shape;2147;p208"/>
          <p:cNvSpPr txBox="1">
            <a:spLocks noGrp="1"/>
          </p:cNvSpPr>
          <p:nvPr>
            <p:ph type="body" idx="13"/>
          </p:nvPr>
        </p:nvSpPr>
        <p:spPr>
          <a:xfrm>
            <a:off x="3806397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8" name="Google Shape;2148;p208"/>
          <p:cNvSpPr txBox="1">
            <a:spLocks noGrp="1"/>
          </p:cNvSpPr>
          <p:nvPr>
            <p:ph type="body" idx="14"/>
          </p:nvPr>
        </p:nvSpPr>
        <p:spPr>
          <a:xfrm>
            <a:off x="8183525" y="2390987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9" name="Google Shape;2149;p208"/>
          <p:cNvSpPr txBox="1">
            <a:spLocks noGrp="1"/>
          </p:cNvSpPr>
          <p:nvPr>
            <p:ph type="body" idx="15"/>
          </p:nvPr>
        </p:nvSpPr>
        <p:spPr>
          <a:xfrm>
            <a:off x="8183525" y="3680360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0" name="Google Shape;2150;p208"/>
          <p:cNvSpPr txBox="1">
            <a:spLocks noGrp="1"/>
          </p:cNvSpPr>
          <p:nvPr>
            <p:ph type="body" idx="16"/>
          </p:nvPr>
        </p:nvSpPr>
        <p:spPr>
          <a:xfrm>
            <a:off x="8183525" y="5024223"/>
            <a:ext cx="32916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1" name="Google Shape;2151;p208"/>
          <p:cNvSpPr txBox="1">
            <a:spLocks noGrp="1"/>
          </p:cNvSpPr>
          <p:nvPr>
            <p:ph type="body" idx="17"/>
          </p:nvPr>
        </p:nvSpPr>
        <p:spPr>
          <a:xfrm>
            <a:off x="2023316" y="2365587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2" name="Google Shape;2152;p208"/>
          <p:cNvSpPr txBox="1">
            <a:spLocks noGrp="1"/>
          </p:cNvSpPr>
          <p:nvPr>
            <p:ph type="body" idx="18"/>
          </p:nvPr>
        </p:nvSpPr>
        <p:spPr>
          <a:xfrm>
            <a:off x="2023316" y="3699769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3" name="Google Shape;2153;p208"/>
          <p:cNvSpPr txBox="1">
            <a:spLocks noGrp="1"/>
          </p:cNvSpPr>
          <p:nvPr>
            <p:ph type="body" idx="19"/>
          </p:nvPr>
        </p:nvSpPr>
        <p:spPr>
          <a:xfrm>
            <a:off x="2023316" y="4998823"/>
            <a:ext cx="4123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4" name="Google Shape;2154;p208"/>
          <p:cNvSpPr txBox="1">
            <a:spLocks noGrp="1"/>
          </p:cNvSpPr>
          <p:nvPr>
            <p:ph type="body" idx="20"/>
          </p:nvPr>
        </p:nvSpPr>
        <p:spPr>
          <a:xfrm>
            <a:off x="7660284" y="2370667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5" name="Google Shape;2155;p208"/>
          <p:cNvSpPr txBox="1">
            <a:spLocks noGrp="1"/>
          </p:cNvSpPr>
          <p:nvPr>
            <p:ph type="body" idx="21"/>
          </p:nvPr>
        </p:nvSpPr>
        <p:spPr>
          <a:xfrm>
            <a:off x="7660284" y="3660040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6" name="Google Shape;2156;p208"/>
          <p:cNvSpPr txBox="1">
            <a:spLocks noGrp="1"/>
          </p:cNvSpPr>
          <p:nvPr>
            <p:ph type="body" idx="22"/>
          </p:nvPr>
        </p:nvSpPr>
        <p:spPr>
          <a:xfrm>
            <a:off x="7660284" y="5003903"/>
            <a:ext cx="40185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57" name="Google Shape;2157;p20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8" name="Google Shape;2158;p208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2">
    <p:spTree>
      <p:nvGrpSpPr>
        <p:cNvPr id="1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0" name="Google Shape;2160;p20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1" name="Google Shape;2161;p20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62" name="Google Shape;2162;p209"/>
          <p:cNvSpPr txBox="1">
            <a:spLocks noGrp="1"/>
          </p:cNvSpPr>
          <p:nvPr>
            <p:ph type="body" idx="1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3" name="Google Shape;2163;p209"/>
          <p:cNvSpPr txBox="1">
            <a:spLocks noGrp="1"/>
          </p:cNvSpPr>
          <p:nvPr>
            <p:ph type="body" idx="2"/>
          </p:nvPr>
        </p:nvSpPr>
        <p:spPr>
          <a:xfrm>
            <a:off x="3562371" y="1936680"/>
            <a:ext cx="3279600" cy="3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4" name="Google Shape;2164;p209"/>
          <p:cNvSpPr txBox="1">
            <a:spLocks noGrp="1"/>
          </p:cNvSpPr>
          <p:nvPr>
            <p:ph type="body" idx="3"/>
          </p:nvPr>
        </p:nvSpPr>
        <p:spPr>
          <a:xfrm>
            <a:off x="3562371" y="245443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5" name="Google Shape;2165;p209"/>
          <p:cNvSpPr txBox="1">
            <a:spLocks noGrp="1"/>
          </p:cNvSpPr>
          <p:nvPr>
            <p:ph type="body" idx="4"/>
          </p:nvPr>
        </p:nvSpPr>
        <p:spPr>
          <a:xfrm>
            <a:off x="3562371" y="3351392"/>
            <a:ext cx="3279600" cy="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6" name="Google Shape;2166;p209"/>
          <p:cNvSpPr txBox="1">
            <a:spLocks noGrp="1"/>
          </p:cNvSpPr>
          <p:nvPr>
            <p:ph type="body" idx="5"/>
          </p:nvPr>
        </p:nvSpPr>
        <p:spPr>
          <a:xfrm>
            <a:off x="3580631" y="3950371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7" name="Google Shape;2167;p209"/>
          <p:cNvSpPr txBox="1">
            <a:spLocks noGrp="1"/>
          </p:cNvSpPr>
          <p:nvPr>
            <p:ph type="body" idx="6"/>
          </p:nvPr>
        </p:nvSpPr>
        <p:spPr>
          <a:xfrm>
            <a:off x="3580630" y="4736672"/>
            <a:ext cx="3261300" cy="3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8" name="Google Shape;2168;p209"/>
          <p:cNvSpPr txBox="1">
            <a:spLocks noGrp="1"/>
          </p:cNvSpPr>
          <p:nvPr>
            <p:ph type="body" idx="7"/>
          </p:nvPr>
        </p:nvSpPr>
        <p:spPr>
          <a:xfrm>
            <a:off x="3580630" y="5221571"/>
            <a:ext cx="32613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69" name="Google Shape;2169;p209"/>
          <p:cNvSpPr txBox="1">
            <a:spLocks noGrp="1"/>
          </p:cNvSpPr>
          <p:nvPr>
            <p:ph type="body" idx="8"/>
          </p:nvPr>
        </p:nvSpPr>
        <p:spPr>
          <a:xfrm>
            <a:off x="8011121" y="1942710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0" name="Google Shape;2170;p209"/>
          <p:cNvSpPr txBox="1">
            <a:spLocks noGrp="1"/>
          </p:cNvSpPr>
          <p:nvPr>
            <p:ph type="body" idx="9"/>
          </p:nvPr>
        </p:nvSpPr>
        <p:spPr>
          <a:xfrm>
            <a:off x="8011122" y="2454431"/>
            <a:ext cx="32421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1" name="Google Shape;2171;p209"/>
          <p:cNvSpPr txBox="1">
            <a:spLocks noGrp="1"/>
          </p:cNvSpPr>
          <p:nvPr>
            <p:ph type="body" idx="13"/>
          </p:nvPr>
        </p:nvSpPr>
        <p:spPr>
          <a:xfrm>
            <a:off x="8011121" y="3345736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2" name="Google Shape;2172;p209"/>
          <p:cNvSpPr txBox="1">
            <a:spLocks noGrp="1"/>
          </p:cNvSpPr>
          <p:nvPr>
            <p:ph type="body" idx="14"/>
          </p:nvPr>
        </p:nvSpPr>
        <p:spPr>
          <a:xfrm>
            <a:off x="8011122" y="3950370"/>
            <a:ext cx="3242100" cy="6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3" name="Google Shape;2173;p209"/>
          <p:cNvSpPr txBox="1">
            <a:spLocks noGrp="1"/>
          </p:cNvSpPr>
          <p:nvPr>
            <p:ph type="body" idx="15"/>
          </p:nvPr>
        </p:nvSpPr>
        <p:spPr>
          <a:xfrm>
            <a:off x="8011121" y="4728892"/>
            <a:ext cx="3242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4" name="Google Shape;2174;p209"/>
          <p:cNvSpPr txBox="1">
            <a:spLocks noGrp="1"/>
          </p:cNvSpPr>
          <p:nvPr>
            <p:ph type="body" idx="16"/>
          </p:nvPr>
        </p:nvSpPr>
        <p:spPr>
          <a:xfrm>
            <a:off x="8011122" y="5222647"/>
            <a:ext cx="3242100" cy="57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75" name="Google Shape;2175;p209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6" name="Google Shape;2176;p209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3">
    <p:spTree>
      <p:nvGrpSpPr>
        <p:cNvPr id="1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8" name="Google Shape;2178;p2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9" name="Google Shape;2179;p2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0" name="Google Shape;2180;p210"/>
          <p:cNvSpPr txBox="1">
            <a:spLocks noGrp="1"/>
          </p:cNvSpPr>
          <p:nvPr>
            <p:ph type="body" idx="1"/>
          </p:nvPr>
        </p:nvSpPr>
        <p:spPr>
          <a:xfrm>
            <a:off x="3163359" y="1023409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1" name="Google Shape;2181;p210"/>
          <p:cNvSpPr txBox="1">
            <a:spLocks noGrp="1"/>
          </p:cNvSpPr>
          <p:nvPr>
            <p:ph type="body" idx="2"/>
          </p:nvPr>
        </p:nvSpPr>
        <p:spPr>
          <a:xfrm>
            <a:off x="3163359" y="2334624"/>
            <a:ext cx="488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82" name="Google Shape;2182;p210"/>
          <p:cNvSpPr>
            <a:spLocks noGrp="1"/>
          </p:cNvSpPr>
          <p:nvPr>
            <p:ph type="pic" idx="3"/>
          </p:nvPr>
        </p:nvSpPr>
        <p:spPr>
          <a:xfrm>
            <a:off x="3163359" y="3645959"/>
            <a:ext cx="4888500" cy="1668000"/>
          </a:xfrm>
          <a:prstGeom prst="rect">
            <a:avLst/>
          </a:prstGeom>
          <a:noFill/>
          <a:ln>
            <a:noFill/>
          </a:ln>
        </p:spPr>
      </p:sp>
      <p:sp>
        <p:nvSpPr>
          <p:cNvPr id="2183" name="Google Shape;2183;p21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4" name="Google Shape;2184;p210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">
    <p:spTree>
      <p:nvGrpSpPr>
        <p:cNvPr id="1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6" name="Google Shape;2186;p2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7" name="Google Shape;2187;p2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88" name="Google Shape;2188;p211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9" name="Google Shape;2189;p211"/>
          <p:cNvSpPr txBox="1">
            <a:spLocks noGrp="1"/>
          </p:cNvSpPr>
          <p:nvPr>
            <p:ph type="body" idx="1"/>
          </p:nvPr>
        </p:nvSpPr>
        <p:spPr>
          <a:xfrm>
            <a:off x="3005293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90" name="Google Shape;2190;p21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1" name="Google Shape;2191;p21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">
    <p:spTree>
      <p:nvGrpSpPr>
        <p:cNvPr id="1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3" name="Google Shape;2193;p2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194" name="Google Shape;2194;p21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5" name="Google Shape;2195;p212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4357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196" name="Google Shape;2196;p212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4">
    <p:spTree>
      <p:nvGrpSpPr>
        <p:cNvPr id="1" name="Shape 2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8" name="Google Shape;2198;p2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9" name="Google Shape;2199;p2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0" name="Google Shape;2200;p213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1" name="Google Shape;2201;p213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2" name="Google Shape;2202;p213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03" name="Google Shape;2203;p213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4" name="Google Shape;2204;p213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8">
    <p:bg>
      <p:bgPr>
        <a:solidFill>
          <a:srgbClr val="28566E"/>
        </a:solidFill>
        <a:effectLst/>
      </p:bgPr>
    </p:bg>
    <p:spTree>
      <p:nvGrpSpPr>
        <p:cNvPr id="1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6" name="Google Shape;2206;p2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07" name="Google Shape;2207;p214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8" name="Google Shape;2208;p214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9" name="Google Shape;2209;p214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0" name="Google Shape;2210;p214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1" name="Google Shape;2211;p214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2" name="Google Shape;2212;p214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3" name="Google Shape;2213;p214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4" name="Google Shape;2214;p214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15" name="Google Shape;2215;p214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6" name="Google Shape;2216;p214"/>
          <p:cNvSpPr txBox="1"/>
          <p:nvPr/>
        </p:nvSpPr>
        <p:spPr>
          <a:xfrm>
            <a:off x="6265889" y="14990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7" name="Google Shape;2217;p214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9">
    <p:bg>
      <p:bgPr>
        <a:solidFill>
          <a:srgbClr val="28566E"/>
        </a:solidFill>
        <a:effectLst/>
      </p:bgPr>
    </p:bg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9" name="Google Shape;2219;p2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0" name="Google Shape;2220;p215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21" name="Google Shape;2221;p215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2" name="Google Shape;2222;p215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3" name="Google Shape;2223;p215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4" name="Google Shape;2224;p215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25" name="Google Shape;2225;p215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26" name="Google Shape;2226;p215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7" name="Google Shape;2227;p215"/>
          <p:cNvSpPr txBox="1"/>
          <p:nvPr/>
        </p:nvSpPr>
        <p:spPr>
          <a:xfrm>
            <a:off x="2806376" y="3120112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">
    <p:spTree>
      <p:nvGrpSpPr>
        <p:cNvPr id="1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9" name="Google Shape;2229;p2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0" name="Google Shape;2230;p216"/>
          <p:cNvSpPr txBox="1">
            <a:spLocks noGrp="1"/>
          </p:cNvSpPr>
          <p:nvPr>
            <p:ph type="body" idx="1"/>
          </p:nvPr>
        </p:nvSpPr>
        <p:spPr>
          <a:xfrm>
            <a:off x="3969778" y="768737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1" name="Google Shape;2231;p216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2" name="Google Shape;2232;p216"/>
          <p:cNvSpPr>
            <a:spLocks noGrp="1"/>
          </p:cNvSpPr>
          <p:nvPr>
            <p:ph type="pic" idx="2"/>
          </p:nvPr>
        </p:nvSpPr>
        <p:spPr>
          <a:xfrm>
            <a:off x="3979525" y="1953131"/>
            <a:ext cx="7268700" cy="378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3" name="Google Shape;2233;p216"/>
          <p:cNvSpPr txBox="1">
            <a:spLocks noGrp="1"/>
          </p:cNvSpPr>
          <p:nvPr>
            <p:ph type="body" idx="3"/>
          </p:nvPr>
        </p:nvSpPr>
        <p:spPr>
          <a:xfrm>
            <a:off x="3969778" y="5831202"/>
            <a:ext cx="72687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34" name="Google Shape;2234;p216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5" name="Google Shape;2235;p216"/>
          <p:cNvSpPr txBox="1"/>
          <p:nvPr/>
        </p:nvSpPr>
        <p:spPr>
          <a:xfrm>
            <a:off x="779302" y="669715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2">
  <p:cSld name="3_Atividade_seminario2">
    <p:spTree>
      <p:nvGrpSpPr>
        <p:cNvPr id="1" name="Shape 2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7" name="Google Shape;2237;p2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8" name="Google Shape;2238;p2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239" name="Google Shape;2239;p217"/>
          <p:cNvSpPr txBox="1">
            <a:spLocks noGrp="1"/>
          </p:cNvSpPr>
          <p:nvPr>
            <p:ph type="body" idx="1"/>
          </p:nvPr>
        </p:nvSpPr>
        <p:spPr>
          <a:xfrm>
            <a:off x="5327897" y="131009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0" name="Google Shape;2240;p217"/>
          <p:cNvSpPr txBox="1">
            <a:spLocks noGrp="1"/>
          </p:cNvSpPr>
          <p:nvPr>
            <p:ph type="body" idx="2"/>
          </p:nvPr>
        </p:nvSpPr>
        <p:spPr>
          <a:xfrm>
            <a:off x="5327897" y="271436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1" name="Google Shape;2241;p217"/>
          <p:cNvSpPr txBox="1">
            <a:spLocks noGrp="1"/>
          </p:cNvSpPr>
          <p:nvPr>
            <p:ph type="body" idx="3"/>
          </p:nvPr>
        </p:nvSpPr>
        <p:spPr>
          <a:xfrm>
            <a:off x="5327897" y="4152739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2" name="Google Shape;2242;p217"/>
          <p:cNvSpPr txBox="1">
            <a:spLocks noGrp="1"/>
          </p:cNvSpPr>
          <p:nvPr>
            <p:ph type="body" idx="4"/>
          </p:nvPr>
        </p:nvSpPr>
        <p:spPr>
          <a:xfrm>
            <a:off x="5327897" y="5557008"/>
            <a:ext cx="4084500" cy="6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53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12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3" name="Google Shape;2243;p217"/>
          <p:cNvSpPr txBox="1">
            <a:spLocks noGrp="1"/>
          </p:cNvSpPr>
          <p:nvPr>
            <p:ph type="body" idx="5"/>
          </p:nvPr>
        </p:nvSpPr>
        <p:spPr>
          <a:xfrm>
            <a:off x="526578" y="3658093"/>
            <a:ext cx="24033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9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4" name="Google Shape;2244;p217"/>
          <p:cNvSpPr txBox="1">
            <a:spLocks noGrp="1"/>
          </p:cNvSpPr>
          <p:nvPr>
            <p:ph type="body" idx="6"/>
          </p:nvPr>
        </p:nvSpPr>
        <p:spPr>
          <a:xfrm>
            <a:off x="854491" y="4775003"/>
            <a:ext cx="1733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5" name="Google Shape;2245;p217"/>
          <p:cNvSpPr txBox="1">
            <a:spLocks noGrp="1"/>
          </p:cNvSpPr>
          <p:nvPr>
            <p:ph type="body" idx="7"/>
          </p:nvPr>
        </p:nvSpPr>
        <p:spPr>
          <a:xfrm>
            <a:off x="882213" y="5217603"/>
            <a:ext cx="1705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27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None/>
              <a:defRPr sz="11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•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–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»"/>
              <a:defRPr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246" name="Google Shape;2246;p21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7" name="Google Shape;2247;p21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7">
          <p15:clr>
            <a:srgbClr val="FBAE40"/>
          </p15:clr>
        </p15:guide>
      </p15:sldGuideLst>
    </p:ext>
  </p:extLst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9" name="Google Shape;2249;p218"/>
          <p:cNvCxnSpPr/>
          <p:nvPr/>
        </p:nvCxnSpPr>
        <p:spPr>
          <a:xfrm>
            <a:off x="4826925" y="514807"/>
            <a:ext cx="0" cy="6343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none" w="sm" len="sm"/>
          </a:ln>
        </p:spPr>
      </p:cxnSp>
      <p:sp>
        <p:nvSpPr>
          <p:cNvPr id="2250" name="Google Shape;2250;p218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1" name="Google Shape;2251;p218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2" name="Google Shape;2252;p218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3" name="Google Shape;2253;p218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54" name="Google Shape;2254;p218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5" name="Google Shape;2255;p218"/>
          <p:cNvSpPr/>
          <p:nvPr/>
        </p:nvSpPr>
        <p:spPr>
          <a:xfrm>
            <a:off x="4526924" y="710099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6" name="Google Shape;2256;p218"/>
          <p:cNvSpPr/>
          <p:nvPr/>
        </p:nvSpPr>
        <p:spPr>
          <a:xfrm>
            <a:off x="4526925" y="2089345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7" name="Google Shape;2257;p218"/>
          <p:cNvSpPr/>
          <p:nvPr/>
        </p:nvSpPr>
        <p:spPr>
          <a:xfrm>
            <a:off x="4526925" y="3556316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8" name="Google Shape;2258;p218"/>
          <p:cNvSpPr/>
          <p:nvPr/>
        </p:nvSpPr>
        <p:spPr>
          <a:xfrm>
            <a:off x="4526925" y="5023287"/>
            <a:ext cx="600000" cy="6000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9" name="Google Shape;2259;p21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0" name="Google Shape;2260;p21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2" name="Google Shape;2262;p219"/>
          <p:cNvSpPr txBox="1"/>
          <p:nvPr/>
        </p:nvSpPr>
        <p:spPr>
          <a:xfrm>
            <a:off x="12971489" y="493676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3" name="Google Shape;2263;p219"/>
          <p:cNvSpPr txBox="1"/>
          <p:nvPr/>
        </p:nvSpPr>
        <p:spPr>
          <a:xfrm>
            <a:off x="12691672" y="388744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4" name="Google Shape;2264;p219"/>
          <p:cNvSpPr txBox="1">
            <a:spLocks noGrp="1"/>
          </p:cNvSpPr>
          <p:nvPr>
            <p:ph type="body" idx="1"/>
          </p:nvPr>
        </p:nvSpPr>
        <p:spPr>
          <a:xfrm>
            <a:off x="878472" y="4705246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5" name="Google Shape;2265;p219"/>
          <p:cNvSpPr txBox="1">
            <a:spLocks noGrp="1"/>
          </p:cNvSpPr>
          <p:nvPr>
            <p:ph type="body" idx="2"/>
          </p:nvPr>
        </p:nvSpPr>
        <p:spPr>
          <a:xfrm>
            <a:off x="878472" y="5194925"/>
            <a:ext cx="25092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1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6" name="Google Shape;2266;p219"/>
          <p:cNvSpPr txBox="1"/>
          <p:nvPr/>
        </p:nvSpPr>
        <p:spPr>
          <a:xfrm>
            <a:off x="3609788" y="-103990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7" name="Google Shape;2267;p219"/>
          <p:cNvSpPr txBox="1"/>
          <p:nvPr/>
        </p:nvSpPr>
        <p:spPr>
          <a:xfrm>
            <a:off x="4535254" y="1129596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68" name="Google Shape;2268;p219"/>
          <p:cNvCxnSpPr/>
          <p:nvPr/>
        </p:nvCxnSpPr>
        <p:spPr>
          <a:xfrm>
            <a:off x="4535253" y="1685408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69" name="Google Shape;2269;p219"/>
          <p:cNvSpPr txBox="1"/>
          <p:nvPr/>
        </p:nvSpPr>
        <p:spPr>
          <a:xfrm>
            <a:off x="4535254" y="2594775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0" name="Google Shape;2270;p219"/>
          <p:cNvCxnSpPr/>
          <p:nvPr/>
        </p:nvCxnSpPr>
        <p:spPr>
          <a:xfrm>
            <a:off x="4535253" y="3150587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1" name="Google Shape;2271;p219"/>
          <p:cNvSpPr txBox="1"/>
          <p:nvPr/>
        </p:nvSpPr>
        <p:spPr>
          <a:xfrm>
            <a:off x="4535254" y="4059954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2" name="Google Shape;2272;p219"/>
          <p:cNvCxnSpPr/>
          <p:nvPr/>
        </p:nvCxnSpPr>
        <p:spPr>
          <a:xfrm>
            <a:off x="4535253" y="461576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3" name="Google Shape;2273;p219"/>
          <p:cNvSpPr txBox="1"/>
          <p:nvPr/>
        </p:nvSpPr>
        <p:spPr>
          <a:xfrm>
            <a:off x="4535254" y="5525133"/>
            <a:ext cx="546900" cy="4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ctr" anchorCtr="0">
            <a:normAutofit lnSpcReduction="1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33"/>
              <a:buFont typeface="Arial"/>
              <a:buNone/>
            </a:pPr>
            <a:r>
              <a:rPr lang="pt-BR" sz="2933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74" name="Google Shape;2274;p219"/>
          <p:cNvCxnSpPr/>
          <p:nvPr/>
        </p:nvCxnSpPr>
        <p:spPr>
          <a:xfrm>
            <a:off x="4535253" y="6080945"/>
            <a:ext cx="68589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275" name="Google Shape;2275;p219"/>
          <p:cNvSpPr txBox="1">
            <a:spLocks noGrp="1"/>
          </p:cNvSpPr>
          <p:nvPr>
            <p:ph type="body" idx="3"/>
          </p:nvPr>
        </p:nvSpPr>
        <p:spPr>
          <a:xfrm>
            <a:off x="5207001" y="609602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6" name="Google Shape;2276;p219"/>
          <p:cNvSpPr txBox="1">
            <a:spLocks noGrp="1"/>
          </p:cNvSpPr>
          <p:nvPr>
            <p:ph type="body" idx="4"/>
          </p:nvPr>
        </p:nvSpPr>
        <p:spPr>
          <a:xfrm>
            <a:off x="5207001" y="2078638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7" name="Google Shape;2277;p219"/>
          <p:cNvSpPr txBox="1">
            <a:spLocks noGrp="1"/>
          </p:cNvSpPr>
          <p:nvPr>
            <p:ph type="body" idx="5"/>
          </p:nvPr>
        </p:nvSpPr>
        <p:spPr>
          <a:xfrm>
            <a:off x="5207001" y="3537680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8" name="Google Shape;2278;p219"/>
          <p:cNvSpPr txBox="1">
            <a:spLocks noGrp="1"/>
          </p:cNvSpPr>
          <p:nvPr>
            <p:ph type="body" idx="6"/>
          </p:nvPr>
        </p:nvSpPr>
        <p:spPr>
          <a:xfrm>
            <a:off x="5207001" y="5006716"/>
            <a:ext cx="6035700" cy="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9" name="Google Shape;2279;p21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0" name="Google Shape;2280;p21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Atividade_Resposta">
  <p:cSld name="2_Atividade_Resposta">
    <p:spTree>
      <p:nvGrpSpPr>
        <p:cNvPr id="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220"/>
          <p:cNvSpPr/>
          <p:nvPr/>
        </p:nvSpPr>
        <p:spPr>
          <a:xfrm>
            <a:off x="2883290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3" name="Google Shape;2283;p220"/>
          <p:cNvSpPr/>
          <p:nvPr/>
        </p:nvSpPr>
        <p:spPr>
          <a:xfrm>
            <a:off x="7220006" y="2029006"/>
            <a:ext cx="4047000" cy="3616800"/>
          </a:xfrm>
          <a:prstGeom prst="rect">
            <a:avLst/>
          </a:prstGeom>
          <a:noFill/>
          <a:ln w="19050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84" name="Google Shape;2284;p220"/>
          <p:cNvSpPr txBox="1"/>
          <p:nvPr/>
        </p:nvSpPr>
        <p:spPr>
          <a:xfrm>
            <a:off x="2883290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Materiais necessários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5" name="Google Shape;2285;p220"/>
          <p:cNvSpPr txBox="1"/>
          <p:nvPr/>
        </p:nvSpPr>
        <p:spPr>
          <a:xfrm>
            <a:off x="7220007" y="2509149"/>
            <a:ext cx="4047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Passo a passo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6" name="Google Shape;2286;p220"/>
          <p:cNvSpPr txBox="1">
            <a:spLocks noGrp="1"/>
          </p:cNvSpPr>
          <p:nvPr>
            <p:ph type="body" idx="1"/>
          </p:nvPr>
        </p:nvSpPr>
        <p:spPr>
          <a:xfrm>
            <a:off x="3071283" y="619126"/>
            <a:ext cx="6680700" cy="4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7" name="Google Shape;2287;p220"/>
          <p:cNvSpPr txBox="1">
            <a:spLocks noGrp="1"/>
          </p:cNvSpPr>
          <p:nvPr>
            <p:ph type="body" idx="2"/>
          </p:nvPr>
        </p:nvSpPr>
        <p:spPr>
          <a:xfrm>
            <a:off x="427780" y="3025735"/>
            <a:ext cx="18654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8" name="Google Shape;2288;p220"/>
          <p:cNvSpPr txBox="1">
            <a:spLocks noGrp="1"/>
          </p:cNvSpPr>
          <p:nvPr>
            <p:ph type="body" idx="3"/>
          </p:nvPr>
        </p:nvSpPr>
        <p:spPr>
          <a:xfrm>
            <a:off x="925094" y="4056434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9" name="Google Shape;2289;p220"/>
          <p:cNvSpPr txBox="1">
            <a:spLocks noGrp="1"/>
          </p:cNvSpPr>
          <p:nvPr>
            <p:ph type="body" idx="4"/>
          </p:nvPr>
        </p:nvSpPr>
        <p:spPr>
          <a:xfrm>
            <a:off x="906044" y="4847009"/>
            <a:ext cx="1839300" cy="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0" name="Google Shape;2290;p220"/>
          <p:cNvSpPr txBox="1"/>
          <p:nvPr/>
        </p:nvSpPr>
        <p:spPr>
          <a:xfrm>
            <a:off x="3305837" y="5948777"/>
            <a:ext cx="619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Baixe o roteiro dessa atividade / Baixe o material de apoio dessa atividade</a:t>
            </a:r>
            <a:endParaRPr sz="12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1" name="Google Shape;2291;p220"/>
          <p:cNvPicPr preferRelativeResize="0"/>
          <p:nvPr/>
        </p:nvPicPr>
        <p:blipFill rotWithShape="1">
          <a:blip r:embed="rId2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02047" y="5795955"/>
            <a:ext cx="363560" cy="436271"/>
          </a:xfrm>
          <a:prstGeom prst="rect">
            <a:avLst/>
          </a:prstGeom>
          <a:noFill/>
          <a:ln>
            <a:noFill/>
          </a:ln>
        </p:spPr>
      </p:pic>
      <p:sp>
        <p:nvSpPr>
          <p:cNvPr id="2292" name="Google Shape;2292;p220"/>
          <p:cNvSpPr/>
          <p:nvPr/>
        </p:nvSpPr>
        <p:spPr>
          <a:xfrm rot="10800000">
            <a:off x="4522934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93" name="Google Shape;2293;p2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25052" y="1652486"/>
            <a:ext cx="613321" cy="417058"/>
          </a:xfrm>
          <a:prstGeom prst="rect">
            <a:avLst/>
          </a:prstGeom>
          <a:noFill/>
          <a:ln>
            <a:noFill/>
          </a:ln>
        </p:spPr>
      </p:pic>
      <p:sp>
        <p:nvSpPr>
          <p:cNvPr id="2294" name="Google Shape;2294;p220"/>
          <p:cNvSpPr/>
          <p:nvPr/>
        </p:nvSpPr>
        <p:spPr>
          <a:xfrm rot="10800000">
            <a:off x="8859652" y="1517739"/>
            <a:ext cx="767604" cy="849508"/>
          </a:xfrm>
          <a:custGeom>
            <a:avLst/>
            <a:gdLst/>
            <a:ahLst/>
            <a:cxnLst/>
            <a:rect l="l" t="t" r="r" b="b"/>
            <a:pathLst>
              <a:path w="14910" h="22743" extrusionOk="0">
                <a:moveTo>
                  <a:pt x="7449" y="0"/>
                </a:moveTo>
                <a:cubicBezTo>
                  <a:pt x="7363" y="0"/>
                  <a:pt x="7277" y="40"/>
                  <a:pt x="7219" y="121"/>
                </a:cubicBezTo>
                <a:lnTo>
                  <a:pt x="4981" y="3220"/>
                </a:lnTo>
                <a:lnTo>
                  <a:pt x="1079" y="3220"/>
                </a:lnTo>
                <a:cubicBezTo>
                  <a:pt x="482" y="3220"/>
                  <a:pt x="0" y="3702"/>
                  <a:pt x="0" y="4298"/>
                </a:cubicBezTo>
                <a:lnTo>
                  <a:pt x="0" y="21652"/>
                </a:lnTo>
                <a:cubicBezTo>
                  <a:pt x="0" y="22249"/>
                  <a:pt x="482" y="22742"/>
                  <a:pt x="1079" y="22742"/>
                </a:cubicBezTo>
                <a:lnTo>
                  <a:pt x="13830" y="22742"/>
                </a:lnTo>
                <a:cubicBezTo>
                  <a:pt x="14427" y="22742"/>
                  <a:pt x="14909" y="22249"/>
                  <a:pt x="14909" y="21652"/>
                </a:cubicBezTo>
                <a:lnTo>
                  <a:pt x="14909" y="4298"/>
                </a:lnTo>
                <a:cubicBezTo>
                  <a:pt x="14909" y="3708"/>
                  <a:pt x="14438" y="3219"/>
                  <a:pt x="13851" y="3219"/>
                </a:cubicBezTo>
                <a:cubicBezTo>
                  <a:pt x="13844" y="3219"/>
                  <a:pt x="13837" y="3219"/>
                  <a:pt x="13830" y="3220"/>
                </a:cubicBezTo>
                <a:lnTo>
                  <a:pt x="9916" y="3220"/>
                </a:lnTo>
                <a:lnTo>
                  <a:pt x="7678" y="121"/>
                </a:lnTo>
                <a:cubicBezTo>
                  <a:pt x="7621" y="40"/>
                  <a:pt x="7535" y="0"/>
                  <a:pt x="7449" y="0"/>
                </a:cubicBez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5" name="Google Shape;2295;p220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045782" y="1632977"/>
            <a:ext cx="450550" cy="44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296" name="Google Shape;2296;p22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7" name="Google Shape;2297;p22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spTree>
      <p:nvGrpSpPr>
        <p:cNvPr id="1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9" name="Google Shape;2299;p2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0" name="Google Shape;2300;p221"/>
          <p:cNvSpPr/>
          <p:nvPr/>
        </p:nvSpPr>
        <p:spPr>
          <a:xfrm>
            <a:off x="3426936" y="0"/>
            <a:ext cx="8781600" cy="685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1" name="Google Shape;2301;p221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2" name="Google Shape;2302;p221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3" name="Google Shape;2303;p221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4" name="Google Shape;2304;p221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305" name="Google Shape;2305;p221"/>
          <p:cNvSpPr txBox="1"/>
          <p:nvPr/>
        </p:nvSpPr>
        <p:spPr>
          <a:xfrm>
            <a:off x="2830286" y="-402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6" name="Google Shape;2306;p221"/>
          <p:cNvSpPr txBox="1"/>
          <p:nvPr/>
        </p:nvSpPr>
        <p:spPr>
          <a:xfrm>
            <a:off x="5116286" y="-696686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7" name="Google Shape;2307;p221"/>
          <p:cNvSpPr txBox="1"/>
          <p:nvPr/>
        </p:nvSpPr>
        <p:spPr>
          <a:xfrm>
            <a:off x="4996543" y="-7075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8" name="Google Shape;2308;p221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09" name="Google Shape;2309;p221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0" name="Google Shape;2310;p221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1" name="Google Shape;2311;p221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2" name="Google Shape;2312;p221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3" name="Google Shape;2313;p221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4" name="Google Shape;2314;p221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5" name="Google Shape;2315;p221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6" name="Google Shape;2316;p221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17" name="Google Shape;2317;p221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18" name="Google Shape;2318;p22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9" name="Google Shape;2319;p22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4">
    <p:spTree>
      <p:nvGrpSpPr>
        <p:cNvPr id="1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1" name="Google Shape;2321;p2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2" name="Google Shape;2322;p2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22"/>
          <p:cNvSpPr txBox="1">
            <a:spLocks noGrp="1"/>
          </p:cNvSpPr>
          <p:nvPr>
            <p:ph type="body" idx="1"/>
          </p:nvPr>
        </p:nvSpPr>
        <p:spPr>
          <a:xfrm>
            <a:off x="2832100" y="1670050"/>
            <a:ext cx="8988300" cy="22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4" name="Google Shape;2324;p222"/>
          <p:cNvSpPr txBox="1">
            <a:spLocks noGrp="1"/>
          </p:cNvSpPr>
          <p:nvPr>
            <p:ph type="body" idx="2"/>
          </p:nvPr>
        </p:nvSpPr>
        <p:spPr>
          <a:xfrm>
            <a:off x="4282082" y="5119381"/>
            <a:ext cx="7538400" cy="90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5" name="Google Shape;2325;p222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6" name="Google Shape;2326;p222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5">
    <p:spTree>
      <p:nvGrpSpPr>
        <p:cNvPr id="1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8" name="Google Shape;2328;p2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9" name="Google Shape;2329;p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0" name="Google Shape;2330;p223"/>
          <p:cNvSpPr txBox="1">
            <a:spLocks noGrp="1"/>
          </p:cNvSpPr>
          <p:nvPr>
            <p:ph type="body" idx="1"/>
          </p:nvPr>
        </p:nvSpPr>
        <p:spPr>
          <a:xfrm>
            <a:off x="2967826" y="931395"/>
            <a:ext cx="85401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1" name="Google Shape;2331;p223"/>
          <p:cNvSpPr txBox="1">
            <a:spLocks noGrp="1"/>
          </p:cNvSpPr>
          <p:nvPr>
            <p:ph type="body" idx="2"/>
          </p:nvPr>
        </p:nvSpPr>
        <p:spPr>
          <a:xfrm>
            <a:off x="2967826" y="2012830"/>
            <a:ext cx="3829800" cy="37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2" name="Google Shape;2332;p223"/>
          <p:cNvSpPr>
            <a:spLocks noGrp="1"/>
          </p:cNvSpPr>
          <p:nvPr>
            <p:ph type="pic" idx="3"/>
          </p:nvPr>
        </p:nvSpPr>
        <p:spPr>
          <a:xfrm>
            <a:off x="7131171" y="2012830"/>
            <a:ext cx="4376700" cy="37611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333" name="Google Shape;2333;p22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4" name="Google Shape;2334;p22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6">
    <p:spTree>
      <p:nvGrpSpPr>
        <p:cNvPr id="1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6" name="Google Shape;2336;p2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7" name="Google Shape;2337;p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8" name="Google Shape;2338;p224"/>
          <p:cNvSpPr txBox="1">
            <a:spLocks noGrp="1"/>
          </p:cNvSpPr>
          <p:nvPr>
            <p:ph type="body" idx="1"/>
          </p:nvPr>
        </p:nvSpPr>
        <p:spPr>
          <a:xfrm>
            <a:off x="2887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9" name="Google Shape;2339;p224"/>
          <p:cNvSpPr txBox="1">
            <a:spLocks noGrp="1"/>
          </p:cNvSpPr>
          <p:nvPr>
            <p:ph type="body" idx="2"/>
          </p:nvPr>
        </p:nvSpPr>
        <p:spPr>
          <a:xfrm>
            <a:off x="7459133" y="788878"/>
            <a:ext cx="4323300" cy="528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0" name="Google Shape;2340;p22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1" name="Google Shape;2341;p22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7">
    <p:spTree>
      <p:nvGrpSpPr>
        <p:cNvPr id="1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Google Shape;2343;p2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4" name="Google Shape;2344;p2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5" name="Google Shape;2345;p225"/>
          <p:cNvSpPr>
            <a:spLocks noGrp="1"/>
          </p:cNvSpPr>
          <p:nvPr>
            <p:ph type="pic" idx="2"/>
          </p:nvPr>
        </p:nvSpPr>
        <p:spPr>
          <a:xfrm>
            <a:off x="2805141" y="809469"/>
            <a:ext cx="9004500" cy="4917600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346" name="Google Shape;2346;p225"/>
          <p:cNvSpPr txBox="1">
            <a:spLocks noGrp="1"/>
          </p:cNvSpPr>
          <p:nvPr>
            <p:ph type="body" idx="1"/>
          </p:nvPr>
        </p:nvSpPr>
        <p:spPr>
          <a:xfrm>
            <a:off x="2805142" y="5849999"/>
            <a:ext cx="9004800" cy="2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47" name="Google Shape;2347;p225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8" name="Google Shape;2348;p225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2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0" name="Google Shape;2350;p2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1" name="Google Shape;2351;p2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52" name="Google Shape;2352;p226"/>
          <p:cNvSpPr txBox="1">
            <a:spLocks noGrp="1"/>
          </p:cNvSpPr>
          <p:nvPr>
            <p:ph type="body" idx="1"/>
          </p:nvPr>
        </p:nvSpPr>
        <p:spPr>
          <a:xfrm>
            <a:off x="3799868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3" name="Google Shape;2353;p226"/>
          <p:cNvSpPr txBox="1">
            <a:spLocks noGrp="1"/>
          </p:cNvSpPr>
          <p:nvPr>
            <p:ph type="body" idx="2"/>
          </p:nvPr>
        </p:nvSpPr>
        <p:spPr>
          <a:xfrm>
            <a:off x="3799868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4" name="Google Shape;2354;p226"/>
          <p:cNvSpPr txBox="1">
            <a:spLocks noGrp="1"/>
          </p:cNvSpPr>
          <p:nvPr>
            <p:ph type="body" idx="3"/>
          </p:nvPr>
        </p:nvSpPr>
        <p:spPr>
          <a:xfrm>
            <a:off x="3799868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5" name="Google Shape;2355;p226"/>
          <p:cNvSpPr txBox="1">
            <a:spLocks noGrp="1"/>
          </p:cNvSpPr>
          <p:nvPr>
            <p:ph type="body" idx="4"/>
          </p:nvPr>
        </p:nvSpPr>
        <p:spPr>
          <a:xfrm>
            <a:off x="7828529" y="243042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6" name="Google Shape;2356;p226"/>
          <p:cNvSpPr txBox="1">
            <a:spLocks noGrp="1"/>
          </p:cNvSpPr>
          <p:nvPr>
            <p:ph type="body" idx="5"/>
          </p:nvPr>
        </p:nvSpPr>
        <p:spPr>
          <a:xfrm>
            <a:off x="7828529" y="3481761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7" name="Google Shape;2357;p226"/>
          <p:cNvSpPr txBox="1">
            <a:spLocks noGrp="1"/>
          </p:cNvSpPr>
          <p:nvPr>
            <p:ph type="body" idx="6"/>
          </p:nvPr>
        </p:nvSpPr>
        <p:spPr>
          <a:xfrm>
            <a:off x="7828529" y="4586109"/>
            <a:ext cx="30714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8" name="Google Shape;2358;p22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9" name="Google Shape;2359;p22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3">
    <p:spTree>
      <p:nvGrpSpPr>
        <p:cNvPr id="1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1" name="Google Shape;2361;p2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2" name="Google Shape;2362;p2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3" name="Google Shape;2363;p227"/>
          <p:cNvSpPr txBox="1">
            <a:spLocks noGrp="1"/>
          </p:cNvSpPr>
          <p:nvPr>
            <p:ph type="body" idx="1"/>
          </p:nvPr>
        </p:nvSpPr>
        <p:spPr>
          <a:xfrm>
            <a:off x="3557090" y="3556357"/>
            <a:ext cx="21606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4" name="Google Shape;2364;p227"/>
          <p:cNvSpPr txBox="1">
            <a:spLocks noGrp="1"/>
          </p:cNvSpPr>
          <p:nvPr>
            <p:ph type="body" idx="2"/>
          </p:nvPr>
        </p:nvSpPr>
        <p:spPr>
          <a:xfrm>
            <a:off x="6054957" y="3555846"/>
            <a:ext cx="2399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5" name="Google Shape;2365;p227"/>
          <p:cNvSpPr txBox="1">
            <a:spLocks noGrp="1"/>
          </p:cNvSpPr>
          <p:nvPr>
            <p:ph type="body" idx="3"/>
          </p:nvPr>
        </p:nvSpPr>
        <p:spPr>
          <a:xfrm>
            <a:off x="8983149" y="3555846"/>
            <a:ext cx="2492100" cy="18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6" name="Google Shape;2366;p227"/>
          <p:cNvSpPr txBox="1">
            <a:spLocks noGrp="1"/>
          </p:cNvSpPr>
          <p:nvPr>
            <p:ph type="body" idx="4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7" name="Google Shape;2367;p227"/>
          <p:cNvSpPr txBox="1">
            <a:spLocks noGrp="1"/>
          </p:cNvSpPr>
          <p:nvPr>
            <p:ph type="body" idx="5"/>
          </p:nvPr>
        </p:nvSpPr>
        <p:spPr>
          <a:xfrm>
            <a:off x="3548026" y="2796830"/>
            <a:ext cx="1892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8" name="Google Shape;2368;p227"/>
          <p:cNvSpPr txBox="1">
            <a:spLocks noGrp="1"/>
          </p:cNvSpPr>
          <p:nvPr>
            <p:ph type="body" idx="6"/>
          </p:nvPr>
        </p:nvSpPr>
        <p:spPr>
          <a:xfrm>
            <a:off x="6042197" y="2807800"/>
            <a:ext cx="19011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9" name="Google Shape;2369;p227"/>
          <p:cNvSpPr txBox="1">
            <a:spLocks noGrp="1"/>
          </p:cNvSpPr>
          <p:nvPr>
            <p:ph type="body" idx="7"/>
          </p:nvPr>
        </p:nvSpPr>
        <p:spPr>
          <a:xfrm>
            <a:off x="8983148" y="2807800"/>
            <a:ext cx="1989600" cy="62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0" name="Google Shape;2370;p22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1" name="Google Shape;2371;p22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4">
    <p:spTree>
      <p:nvGrpSpPr>
        <p:cNvPr id="1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3" name="Google Shape;2373;p2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4" name="Google Shape;2374;p2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75" name="Google Shape;2375;p228"/>
          <p:cNvSpPr txBox="1">
            <a:spLocks noGrp="1"/>
          </p:cNvSpPr>
          <p:nvPr>
            <p:ph type="body" idx="1"/>
          </p:nvPr>
        </p:nvSpPr>
        <p:spPr>
          <a:xfrm>
            <a:off x="3562371" y="2421299"/>
            <a:ext cx="3075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6" name="Google Shape;2376;p228"/>
          <p:cNvSpPr txBox="1">
            <a:spLocks noGrp="1"/>
          </p:cNvSpPr>
          <p:nvPr>
            <p:ph type="body" idx="2"/>
          </p:nvPr>
        </p:nvSpPr>
        <p:spPr>
          <a:xfrm>
            <a:off x="3562371" y="3864517"/>
            <a:ext cx="3094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7" name="Google Shape;2377;p228"/>
          <p:cNvSpPr txBox="1">
            <a:spLocks noGrp="1"/>
          </p:cNvSpPr>
          <p:nvPr>
            <p:ph type="body" idx="3"/>
          </p:nvPr>
        </p:nvSpPr>
        <p:spPr>
          <a:xfrm>
            <a:off x="3562371" y="5222027"/>
            <a:ext cx="31203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8" name="Google Shape;2378;p228"/>
          <p:cNvSpPr txBox="1">
            <a:spLocks noGrp="1"/>
          </p:cNvSpPr>
          <p:nvPr>
            <p:ph type="body" idx="4"/>
          </p:nvPr>
        </p:nvSpPr>
        <p:spPr>
          <a:xfrm>
            <a:off x="8011122" y="2421299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79" name="Google Shape;2379;p228"/>
          <p:cNvSpPr txBox="1">
            <a:spLocks noGrp="1"/>
          </p:cNvSpPr>
          <p:nvPr>
            <p:ph type="body" idx="5"/>
          </p:nvPr>
        </p:nvSpPr>
        <p:spPr>
          <a:xfrm>
            <a:off x="8021910" y="3864492"/>
            <a:ext cx="30468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0" name="Google Shape;2380;p228"/>
          <p:cNvSpPr txBox="1">
            <a:spLocks noGrp="1"/>
          </p:cNvSpPr>
          <p:nvPr>
            <p:ph type="body" idx="6"/>
          </p:nvPr>
        </p:nvSpPr>
        <p:spPr>
          <a:xfrm>
            <a:off x="8011122" y="5229761"/>
            <a:ext cx="3057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1" name="Google Shape;2381;p228"/>
          <p:cNvSpPr txBox="1">
            <a:spLocks noGrp="1"/>
          </p:cNvSpPr>
          <p:nvPr>
            <p:ph type="body" idx="7"/>
          </p:nvPr>
        </p:nvSpPr>
        <p:spPr>
          <a:xfrm>
            <a:off x="2789174" y="919259"/>
            <a:ext cx="6426000" cy="5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2" name="Google Shape;2382;p22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3" name="Google Shape;2383;p22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2">
    <p:spTree>
      <p:nvGrpSpPr>
        <p:cNvPr id="1" name="Shape 2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5" name="Google Shape;2385;p2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2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22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8" name="Google Shape;2388;p229"/>
          <p:cNvSpPr txBox="1">
            <a:spLocks noGrp="1"/>
          </p:cNvSpPr>
          <p:nvPr>
            <p:ph type="body" idx="1"/>
          </p:nvPr>
        </p:nvSpPr>
        <p:spPr>
          <a:xfrm>
            <a:off x="3243943" y="3429000"/>
            <a:ext cx="7710900" cy="24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89" name="Google Shape;2389;p229"/>
          <p:cNvSpPr txBox="1">
            <a:spLocks noGrp="1"/>
          </p:cNvSpPr>
          <p:nvPr>
            <p:ph type="body" idx="2"/>
          </p:nvPr>
        </p:nvSpPr>
        <p:spPr>
          <a:xfrm>
            <a:off x="3243943" y="1027011"/>
            <a:ext cx="7710900" cy="5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0" name="Google Shape;2390;p229"/>
          <p:cNvSpPr txBox="1">
            <a:spLocks noGrp="1"/>
          </p:cNvSpPr>
          <p:nvPr>
            <p:ph type="body" idx="3"/>
          </p:nvPr>
        </p:nvSpPr>
        <p:spPr>
          <a:xfrm>
            <a:off x="4226076" y="1962047"/>
            <a:ext cx="6487800" cy="7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1" name="Google Shape;2391;p229"/>
          <p:cNvSpPr txBox="1">
            <a:spLocks noGrp="1"/>
          </p:cNvSpPr>
          <p:nvPr>
            <p:ph type="body" idx="4"/>
          </p:nvPr>
        </p:nvSpPr>
        <p:spPr>
          <a:xfrm>
            <a:off x="4247847" y="2910228"/>
            <a:ext cx="4744500" cy="3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92" name="Google Shape;2392;p22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3" name="Google Shape;2393;p22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adro">
  <p:cSld name="1_Quadro 2">
    <p:spTree>
      <p:nvGrpSpPr>
        <p:cNvPr id="1" name="Shape 2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5" name="Google Shape;2395;p2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396" name="Google Shape;2396;p230"/>
          <p:cNvSpPr txBox="1">
            <a:spLocks noGrp="1"/>
          </p:cNvSpPr>
          <p:nvPr>
            <p:ph type="body" idx="1"/>
          </p:nvPr>
        </p:nvSpPr>
        <p:spPr>
          <a:xfrm>
            <a:off x="500292" y="3098664"/>
            <a:ext cx="2601300" cy="130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397" name="Google Shape;2397;p23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8" name="Google Shape;2398;p23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. Conteudo">
  <p:cSld name="2_1. Conteudo 5">
    <p:spTree>
      <p:nvGrpSpPr>
        <p:cNvPr id="1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0" name="Google Shape;2400;p2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1" name="Google Shape;2401;p2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02" name="Google Shape;2402;p231"/>
          <p:cNvSpPr txBox="1">
            <a:spLocks noGrp="1"/>
          </p:cNvSpPr>
          <p:nvPr>
            <p:ph type="body" idx="1"/>
          </p:nvPr>
        </p:nvSpPr>
        <p:spPr>
          <a:xfrm>
            <a:off x="3236779" y="2362200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3" name="Google Shape;2403;p231"/>
          <p:cNvSpPr txBox="1">
            <a:spLocks noGrp="1"/>
          </p:cNvSpPr>
          <p:nvPr>
            <p:ph type="body" idx="2"/>
          </p:nvPr>
        </p:nvSpPr>
        <p:spPr>
          <a:xfrm>
            <a:off x="3236867" y="1170031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4" name="Google Shape;2404;p231"/>
          <p:cNvSpPr txBox="1">
            <a:spLocks noGrp="1"/>
          </p:cNvSpPr>
          <p:nvPr>
            <p:ph type="body" idx="3"/>
          </p:nvPr>
        </p:nvSpPr>
        <p:spPr>
          <a:xfrm>
            <a:off x="3236778" y="4403072"/>
            <a:ext cx="7239900" cy="16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05" name="Google Shape;2405;p23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6" name="Google Shape;2406;p23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0">
    <p:bg>
      <p:bgPr>
        <a:solidFill>
          <a:srgbClr val="28566E"/>
        </a:solidFill>
        <a:effectLst/>
      </p:bgPr>
    </p:bg>
    <p:spTree>
      <p:nvGrpSpPr>
        <p:cNvPr id="1" name="Shape 2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8" name="Google Shape;2408;p2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09" name="Google Shape;2409;p232"/>
          <p:cNvSpPr/>
          <p:nvPr/>
        </p:nvSpPr>
        <p:spPr>
          <a:xfrm>
            <a:off x="448134" y="414865"/>
            <a:ext cx="3222625" cy="3222612"/>
          </a:xfrm>
          <a:custGeom>
            <a:avLst/>
            <a:gdLst/>
            <a:ahLst/>
            <a:cxnLst/>
            <a:rect l="l" t="t" r="r" b="b"/>
            <a:pathLst>
              <a:path w="6350000" h="6349974" extrusionOk="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933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0" name="Google Shape;2410;p232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1" name="Google Shape;2411;p232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2" name="Google Shape;2412;p232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3" name="Google Shape;2413;p232"/>
          <p:cNvSpPr txBox="1"/>
          <p:nvPr/>
        </p:nvSpPr>
        <p:spPr>
          <a:xfrm>
            <a:off x="12279086" y="384144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4" name="Google Shape;2414;p232"/>
          <p:cNvSpPr txBox="1"/>
          <p:nvPr/>
        </p:nvSpPr>
        <p:spPr>
          <a:xfrm>
            <a:off x="4744995" y="191117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5" name="Google Shape;2415;p232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16" name="Google Shape;2416;p232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17" name="Google Shape;2417;p232"/>
          <p:cNvSpPr txBox="1"/>
          <p:nvPr/>
        </p:nvSpPr>
        <p:spPr>
          <a:xfrm>
            <a:off x="12638314" y="38317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8" name="Google Shape;2418;p232"/>
          <p:cNvSpPr txBox="1"/>
          <p:nvPr/>
        </p:nvSpPr>
        <p:spPr>
          <a:xfrm>
            <a:off x="12442371" y="124097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9" name="Google Shape;2419;p232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0" name="Google Shape;2420;p232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3. Conteudo">
  <p:cSld name="2_3. Conteudo 11">
    <p:bg>
      <p:bgPr>
        <a:solidFill>
          <a:srgbClr val="28566E"/>
        </a:solidFill>
        <a:effectLst/>
      </p:bgPr>
    </p:bg>
    <p:spTree>
      <p:nvGrpSpPr>
        <p:cNvPr id="1" name="Shape 2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2" name="Google Shape;2422;p2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7"/>
            <a:ext cx="4630818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3" name="Google Shape;2423;p233" descr="Câmera fotográfica preta&#10;&#10;Descrição gerada automaticamente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71"/>
          <a:stretch/>
        </p:blipFill>
        <p:spPr>
          <a:xfrm>
            <a:off x="428798" y="386760"/>
            <a:ext cx="3243300" cy="3243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24" name="Google Shape;2424;p233"/>
          <p:cNvSpPr txBox="1"/>
          <p:nvPr/>
        </p:nvSpPr>
        <p:spPr>
          <a:xfrm>
            <a:off x="485664" y="3463802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5" name="Google Shape;2425;p233"/>
          <p:cNvSpPr txBox="1">
            <a:spLocks noGrp="1"/>
          </p:cNvSpPr>
          <p:nvPr>
            <p:ph type="body" idx="1"/>
          </p:nvPr>
        </p:nvSpPr>
        <p:spPr>
          <a:xfrm>
            <a:off x="5128182" y="414865"/>
            <a:ext cx="56250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oppins"/>
              <a:buNone/>
              <a:defRPr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6" name="Google Shape;2426;p233"/>
          <p:cNvSpPr txBox="1">
            <a:spLocks noGrp="1"/>
          </p:cNvSpPr>
          <p:nvPr>
            <p:ph type="body" idx="2"/>
          </p:nvPr>
        </p:nvSpPr>
        <p:spPr>
          <a:xfrm>
            <a:off x="5128182" y="1447420"/>
            <a:ext cx="65538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lt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7" name="Google Shape;2427;p233"/>
          <p:cNvSpPr txBox="1">
            <a:spLocks noGrp="1"/>
          </p:cNvSpPr>
          <p:nvPr>
            <p:ph type="body" idx="3"/>
          </p:nvPr>
        </p:nvSpPr>
        <p:spPr>
          <a:xfrm>
            <a:off x="5128181" y="5971893"/>
            <a:ext cx="6553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8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28" name="Google Shape;2428;p233"/>
          <p:cNvSpPr txBox="1">
            <a:spLocks noGrp="1"/>
          </p:cNvSpPr>
          <p:nvPr>
            <p:ph type="body" idx="4"/>
          </p:nvPr>
        </p:nvSpPr>
        <p:spPr>
          <a:xfrm>
            <a:off x="5128181" y="2547964"/>
            <a:ext cx="6553200" cy="33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29" name="Google Shape;2429;p233"/>
          <p:cNvSpPr/>
          <p:nvPr/>
        </p:nvSpPr>
        <p:spPr>
          <a:xfrm>
            <a:off x="2256369" y="2700818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0" name="Google Shape;2430;p233"/>
          <p:cNvSpPr txBox="1"/>
          <p:nvPr/>
        </p:nvSpPr>
        <p:spPr>
          <a:xfrm>
            <a:off x="2578394" y="3162010"/>
            <a:ext cx="1600800" cy="65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1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1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1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2">
    <p:spTree>
      <p:nvGrpSpPr>
        <p:cNvPr id="1" name="Shape 2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2" name="Google Shape;2432;p2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207" y="4956"/>
            <a:ext cx="2682237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33" name="Google Shape;2433;p234"/>
          <p:cNvSpPr>
            <a:spLocks noGrp="1"/>
          </p:cNvSpPr>
          <p:nvPr>
            <p:ph type="pic" idx="2"/>
          </p:nvPr>
        </p:nvSpPr>
        <p:spPr>
          <a:xfrm>
            <a:off x="3028950" y="1507375"/>
            <a:ext cx="8791200" cy="4688400"/>
          </a:xfrm>
          <a:prstGeom prst="rect">
            <a:avLst/>
          </a:prstGeom>
          <a:noFill/>
          <a:ln>
            <a:noFill/>
          </a:ln>
        </p:spPr>
      </p:sp>
      <p:sp>
        <p:nvSpPr>
          <p:cNvPr id="2434" name="Google Shape;2434;p234"/>
          <p:cNvSpPr txBox="1">
            <a:spLocks noGrp="1"/>
          </p:cNvSpPr>
          <p:nvPr>
            <p:ph type="body" idx="1"/>
          </p:nvPr>
        </p:nvSpPr>
        <p:spPr>
          <a:xfrm>
            <a:off x="3028950" y="342452"/>
            <a:ext cx="8791200" cy="9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  <a:defRPr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5" name="Google Shape;2435;p234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6" name="Google Shape;2436;p234"/>
          <p:cNvSpPr txBox="1">
            <a:spLocks noGrp="1"/>
          </p:cNvSpPr>
          <p:nvPr>
            <p:ph type="body" idx="3"/>
          </p:nvPr>
        </p:nvSpPr>
        <p:spPr>
          <a:xfrm>
            <a:off x="3028951" y="6285262"/>
            <a:ext cx="8791200" cy="1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048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0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–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»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048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•"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37" name="Google Shape;2437;p234"/>
          <p:cNvSpPr txBox="1"/>
          <p:nvPr/>
        </p:nvSpPr>
        <p:spPr>
          <a:xfrm>
            <a:off x="2553629" y="-32338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8" name="Google Shape;2438;p234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9" name="Google Shape;2439;p234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p235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29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2" name="Google Shape;2442;p235"/>
          <p:cNvSpPr txBox="1">
            <a:spLocks noGrp="1"/>
          </p:cNvSpPr>
          <p:nvPr>
            <p:ph type="dt" idx="10"/>
          </p:nvPr>
        </p:nvSpPr>
        <p:spPr>
          <a:xfrm>
            <a:off x="304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3" name="Google Shape;2443;p235"/>
          <p:cNvSpPr txBox="1">
            <a:spLocks noGrp="1"/>
          </p:cNvSpPr>
          <p:nvPr>
            <p:ph type="ftr" idx="11"/>
          </p:nvPr>
        </p:nvSpPr>
        <p:spPr>
          <a:xfrm>
            <a:off x="2082800" y="4237567"/>
            <a:ext cx="1930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44" name="Google Shape;2444;p235"/>
          <p:cNvSpPr txBox="1">
            <a:spLocks noGrp="1"/>
          </p:cNvSpPr>
          <p:nvPr>
            <p:ph type="sldNum" idx="12"/>
          </p:nvPr>
        </p:nvSpPr>
        <p:spPr>
          <a:xfrm>
            <a:off x="4368800" y="4237567"/>
            <a:ext cx="1422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1_Atividade">
    <p:spTree>
      <p:nvGrpSpPr>
        <p:cNvPr id="1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2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0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2447" name="Google Shape;2447;p236"/>
          <p:cNvSpPr txBox="1"/>
          <p:nvPr/>
        </p:nvSpPr>
        <p:spPr>
          <a:xfrm>
            <a:off x="2510117" y="-585694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8" name="Google Shape;2448;p236"/>
          <p:cNvSpPr txBox="1">
            <a:spLocks noGrp="1"/>
          </p:cNvSpPr>
          <p:nvPr>
            <p:ph type="body" idx="1"/>
          </p:nvPr>
        </p:nvSpPr>
        <p:spPr>
          <a:xfrm>
            <a:off x="3026388" y="1395942"/>
            <a:ext cx="7107300" cy="5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9" name="Google Shape;2449;p236"/>
          <p:cNvSpPr txBox="1">
            <a:spLocks noGrp="1"/>
          </p:cNvSpPr>
          <p:nvPr>
            <p:ph type="body" idx="2"/>
          </p:nvPr>
        </p:nvSpPr>
        <p:spPr>
          <a:xfrm>
            <a:off x="3026389" y="2075496"/>
            <a:ext cx="71073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33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67" b="0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0" name="Google Shape;2450;p236"/>
          <p:cNvSpPr/>
          <p:nvPr/>
        </p:nvSpPr>
        <p:spPr>
          <a:xfrm>
            <a:off x="200184" y="44804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1" name="Google Shape;2451;p236"/>
          <p:cNvSpPr txBox="1"/>
          <p:nvPr/>
        </p:nvSpPr>
        <p:spPr>
          <a:xfrm>
            <a:off x="629139" y="882775"/>
            <a:ext cx="1528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Pause 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responda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EstudoCaso">
  <p:cSld name="3_EstudoCaso">
    <p:spTree>
      <p:nvGrpSpPr>
        <p:cNvPr id="1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3" name="Google Shape;2453;p2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" y="0"/>
            <a:ext cx="3218119" cy="6857983"/>
          </a:xfrm>
          <a:prstGeom prst="rect">
            <a:avLst/>
          </a:prstGeom>
          <a:noFill/>
          <a:ln>
            <a:noFill/>
          </a:ln>
        </p:spPr>
      </p:pic>
      <p:sp>
        <p:nvSpPr>
          <p:cNvPr id="2454" name="Google Shape;2454;p237"/>
          <p:cNvSpPr txBox="1">
            <a:spLocks noGrp="1"/>
          </p:cNvSpPr>
          <p:nvPr>
            <p:ph type="body" idx="1"/>
          </p:nvPr>
        </p:nvSpPr>
        <p:spPr>
          <a:xfrm>
            <a:off x="3641085" y="1210734"/>
            <a:ext cx="7610400" cy="2825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55" name="Google Shape;2455;p237"/>
          <p:cNvSpPr txBox="1"/>
          <p:nvPr/>
        </p:nvSpPr>
        <p:spPr>
          <a:xfrm>
            <a:off x="4736123" y="-64476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6" name="Google Shape;2456;p23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42">
          <p15:clr>
            <a:srgbClr val="FBAE40"/>
          </p15:clr>
        </p15:guide>
        <p15:guide id="2" pos="2283">
          <p15:clr>
            <a:srgbClr val="FBAE40"/>
          </p15:clr>
        </p15:guide>
      </p15:sldGuideLst>
    </p:ext>
  </p:extLst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5_OqueAprendemos"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8" name="Google Shape;2458;p2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9" name="Google Shape;2459;p238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460" name="Google Shape;2460;p238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61" name="Google Shape;2461;p238"/>
          <p:cNvSpPr txBox="1">
            <a:spLocks noGrp="1"/>
          </p:cNvSpPr>
          <p:nvPr>
            <p:ph type="body" idx="1"/>
          </p:nvPr>
        </p:nvSpPr>
        <p:spPr>
          <a:xfrm>
            <a:off x="4867932" y="1691622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2" name="Google Shape;2462;p238"/>
          <p:cNvSpPr txBox="1">
            <a:spLocks noGrp="1"/>
          </p:cNvSpPr>
          <p:nvPr>
            <p:ph type="body" idx="2"/>
          </p:nvPr>
        </p:nvSpPr>
        <p:spPr>
          <a:xfrm>
            <a:off x="4867932" y="3080015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3" name="Google Shape;2463;p238"/>
          <p:cNvSpPr txBox="1">
            <a:spLocks noGrp="1"/>
          </p:cNvSpPr>
          <p:nvPr>
            <p:ph type="body" idx="3"/>
          </p:nvPr>
        </p:nvSpPr>
        <p:spPr>
          <a:xfrm>
            <a:off x="4867932" y="4490837"/>
            <a:ext cx="6354600" cy="126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64" name="Google Shape;2464;p238"/>
          <p:cNvSpPr txBox="1"/>
          <p:nvPr/>
        </p:nvSpPr>
        <p:spPr>
          <a:xfrm>
            <a:off x="4603178" y="173762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5" name="Google Shape;2465;p238"/>
          <p:cNvSpPr txBox="1"/>
          <p:nvPr/>
        </p:nvSpPr>
        <p:spPr>
          <a:xfrm>
            <a:off x="4574825" y="293423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6" name="Google Shape;2466;p238"/>
          <p:cNvSpPr txBox="1"/>
          <p:nvPr/>
        </p:nvSpPr>
        <p:spPr>
          <a:xfrm>
            <a:off x="4574825" y="4130845"/>
            <a:ext cx="221100" cy="4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99"/>
              <a:buFont typeface="Arial"/>
              <a:buNone/>
            </a:pPr>
            <a:r>
              <a:rPr lang="pt-BR" sz="2733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933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7" name="Google Shape;2467;p238"/>
          <p:cNvSpPr txBox="1"/>
          <p:nvPr/>
        </p:nvSpPr>
        <p:spPr>
          <a:xfrm>
            <a:off x="12302837" y="90516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8" name="Google Shape;2468;p238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9" name="Google Shape;2469;p238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4. Exposição">
  <p:cSld name="1_4. Exposição">
    <p:spTree>
      <p:nvGrpSpPr>
        <p:cNvPr id="1" name="Shape 2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1" name="Google Shape;2471;p2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" y="0"/>
            <a:ext cx="12192002" cy="6857989"/>
          </a:xfrm>
          <a:prstGeom prst="rect">
            <a:avLst/>
          </a:prstGeom>
          <a:noFill/>
          <a:ln>
            <a:noFill/>
          </a:ln>
        </p:spPr>
      </p:pic>
      <p:sp>
        <p:nvSpPr>
          <p:cNvPr id="2472" name="Google Shape;2472;p239"/>
          <p:cNvSpPr/>
          <p:nvPr/>
        </p:nvSpPr>
        <p:spPr>
          <a:xfrm>
            <a:off x="5260792" y="304269"/>
            <a:ext cx="6553800" cy="5568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0800" dist="38100" dir="8100000" algn="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3" name="Google Shape;2473;p239"/>
          <p:cNvSpPr txBox="1">
            <a:spLocks noGrp="1"/>
          </p:cNvSpPr>
          <p:nvPr>
            <p:ph type="body" idx="1"/>
          </p:nvPr>
        </p:nvSpPr>
        <p:spPr>
          <a:xfrm>
            <a:off x="6087875" y="1378003"/>
            <a:ext cx="50718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None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4" name="Google Shape;2474;p239"/>
          <p:cNvSpPr txBox="1"/>
          <p:nvPr/>
        </p:nvSpPr>
        <p:spPr>
          <a:xfrm>
            <a:off x="3178098" y="-289932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tividade_Seminario">
  <p:cSld name="4_Atividade_Seminario">
    <p:spTree>
      <p:nvGrpSpPr>
        <p:cNvPr id="1" name="Shape 2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6" name="Google Shape;2476;p2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7" name="Google Shape;2477;p2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40"/>
          <p:cNvSpPr txBox="1">
            <a:spLocks noGrp="1"/>
          </p:cNvSpPr>
          <p:nvPr>
            <p:ph type="body" idx="1"/>
          </p:nvPr>
        </p:nvSpPr>
        <p:spPr>
          <a:xfrm>
            <a:off x="632648" y="1701800"/>
            <a:ext cx="11081700" cy="4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47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"/>
              <a:buNone/>
              <a:defRPr sz="17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479" name="Google Shape;2479;p240"/>
          <p:cNvSpPr txBox="1"/>
          <p:nvPr/>
        </p:nvSpPr>
        <p:spPr>
          <a:xfrm>
            <a:off x="632648" y="1011053"/>
            <a:ext cx="6345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32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Referências da aula</a:t>
            </a:r>
            <a:endParaRPr sz="3200" b="0" i="0" u="none" strike="noStrike" cap="none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yout Personalizado">
  <p:cSld name="2_Layout Personalizado">
    <p:spTree>
      <p:nvGrpSpPr>
        <p:cNvPr id="1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1" name="Google Shape;2481;p2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59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2" name="Google Shape;2482;p241"/>
          <p:cNvGrpSpPr/>
          <p:nvPr/>
        </p:nvGrpSpPr>
        <p:grpSpPr>
          <a:xfrm>
            <a:off x="0" y="1"/>
            <a:ext cx="8566500" cy="5379981"/>
            <a:chOff x="0" y="0"/>
            <a:chExt cx="8566500" cy="5808033"/>
          </a:xfrm>
        </p:grpSpPr>
        <p:sp>
          <p:nvSpPr>
            <p:cNvPr id="2483" name="Google Shape;2483;p241"/>
            <p:cNvSpPr/>
            <p:nvPr/>
          </p:nvSpPr>
          <p:spPr>
            <a:xfrm>
              <a:off x="0" y="0"/>
              <a:ext cx="8566500" cy="4656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4" name="Google Shape;2484;p241"/>
            <p:cNvSpPr/>
            <p:nvPr/>
          </p:nvSpPr>
          <p:spPr>
            <a:xfrm>
              <a:off x="0" y="0"/>
              <a:ext cx="8566500" cy="5808000"/>
            </a:xfrm>
            <a:prstGeom prst="roundRect">
              <a:avLst>
                <a:gd name="adj" fmla="val 1250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5" name="Google Shape;2485;p241"/>
            <p:cNvSpPr/>
            <p:nvPr/>
          </p:nvSpPr>
          <p:spPr>
            <a:xfrm>
              <a:off x="0" y="3890433"/>
              <a:ext cx="1109100" cy="19176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86" name="Google Shape;2486;p241"/>
          <p:cNvSpPr txBox="1"/>
          <p:nvPr/>
        </p:nvSpPr>
        <p:spPr>
          <a:xfrm>
            <a:off x="13050982" y="1948873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7" name="Google Shape;2487;p241"/>
          <p:cNvSpPr txBox="1"/>
          <p:nvPr/>
        </p:nvSpPr>
        <p:spPr>
          <a:xfrm>
            <a:off x="625132" y="2553290"/>
            <a:ext cx="68148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</a:pPr>
            <a:r>
              <a:rPr lang="pt-BR" sz="3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Orientações ao Professor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3"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4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Atividade_Resposta">
  <p:cSld name="3_Atividade_Resposta 2"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tividade">
  <p:cSld name="3_Atividade">
    <p:spTree>
      <p:nvGrpSpPr>
        <p:cNvPr id="1" name="Shape 2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Google Shape;2492;p2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 2">
    <p:spTree>
      <p:nvGrpSpPr>
        <p:cNvPr id="1" name="Shape 2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4" name="Google Shape;2494;p2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342693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5" name="Google Shape;2495;p24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6" name="Google Shape;2496;p245"/>
          <p:cNvSpPr txBox="1"/>
          <p:nvPr/>
        </p:nvSpPr>
        <p:spPr>
          <a:xfrm>
            <a:off x="-1469036" y="100933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7" name="Google Shape;2497;p245"/>
          <p:cNvSpPr txBox="1">
            <a:spLocks noGrp="1"/>
          </p:cNvSpPr>
          <p:nvPr>
            <p:ph type="body" idx="1"/>
          </p:nvPr>
        </p:nvSpPr>
        <p:spPr>
          <a:xfrm>
            <a:off x="6095993" y="2930526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8" name="Google Shape;2498;p245"/>
          <p:cNvSpPr txBox="1">
            <a:spLocks noGrp="1"/>
          </p:cNvSpPr>
          <p:nvPr>
            <p:ph type="body" idx="2"/>
          </p:nvPr>
        </p:nvSpPr>
        <p:spPr>
          <a:xfrm>
            <a:off x="6095995" y="328084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499" name="Google Shape;2499;p245"/>
          <p:cNvCxnSpPr/>
          <p:nvPr/>
        </p:nvCxnSpPr>
        <p:spPr>
          <a:xfrm>
            <a:off x="5817173" y="28287"/>
            <a:ext cx="0" cy="6858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00" name="Google Shape;2500;p245"/>
          <p:cNvSpPr>
            <a:spLocks noGrp="1"/>
          </p:cNvSpPr>
          <p:nvPr>
            <p:ph type="pic" idx="3"/>
          </p:nvPr>
        </p:nvSpPr>
        <p:spPr>
          <a:xfrm>
            <a:off x="2916086" y="2386130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1" name="Google Shape;2501;p245"/>
          <p:cNvSpPr>
            <a:spLocks noGrp="1"/>
          </p:cNvSpPr>
          <p:nvPr>
            <p:ph type="pic" idx="4"/>
          </p:nvPr>
        </p:nvSpPr>
        <p:spPr>
          <a:xfrm>
            <a:off x="2916086" y="4507889"/>
            <a:ext cx="2615100" cy="1674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02" name="Google Shape;2502;p245"/>
          <p:cNvSpPr txBox="1">
            <a:spLocks noGrp="1"/>
          </p:cNvSpPr>
          <p:nvPr>
            <p:ph type="body" idx="5"/>
          </p:nvPr>
        </p:nvSpPr>
        <p:spPr>
          <a:xfrm>
            <a:off x="2909636" y="1999635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3" name="Google Shape;2503;p245"/>
          <p:cNvSpPr txBox="1">
            <a:spLocks noGrp="1"/>
          </p:cNvSpPr>
          <p:nvPr>
            <p:ph type="body" idx="6"/>
          </p:nvPr>
        </p:nvSpPr>
        <p:spPr>
          <a:xfrm>
            <a:off x="2909636" y="4093478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4" name="Google Shape;2504;p245"/>
          <p:cNvSpPr txBox="1">
            <a:spLocks noGrp="1"/>
          </p:cNvSpPr>
          <p:nvPr>
            <p:ph type="body" idx="7"/>
          </p:nvPr>
        </p:nvSpPr>
        <p:spPr>
          <a:xfrm>
            <a:off x="2909636" y="6265047"/>
            <a:ext cx="2628600" cy="1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5" name="Google Shape;2505;p245"/>
          <p:cNvSpPr txBox="1">
            <a:spLocks noGrp="1"/>
          </p:cNvSpPr>
          <p:nvPr>
            <p:ph type="body" idx="8"/>
          </p:nvPr>
        </p:nvSpPr>
        <p:spPr>
          <a:xfrm>
            <a:off x="6095995" y="24532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6" name="Google Shape;2506;p245"/>
          <p:cNvSpPr txBox="1">
            <a:spLocks noGrp="1"/>
          </p:cNvSpPr>
          <p:nvPr>
            <p:ph type="body" idx="9"/>
          </p:nvPr>
        </p:nvSpPr>
        <p:spPr>
          <a:xfrm>
            <a:off x="6095995" y="4586817"/>
            <a:ext cx="57147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7" name="Google Shape;2507;p245"/>
          <p:cNvSpPr txBox="1">
            <a:spLocks noGrp="1"/>
          </p:cNvSpPr>
          <p:nvPr>
            <p:ph type="body" idx="13"/>
          </p:nvPr>
        </p:nvSpPr>
        <p:spPr>
          <a:xfrm>
            <a:off x="6095993" y="813859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8" name="Google Shape;2508;p245"/>
          <p:cNvSpPr txBox="1">
            <a:spLocks noGrp="1"/>
          </p:cNvSpPr>
          <p:nvPr>
            <p:ph type="body" idx="14"/>
          </p:nvPr>
        </p:nvSpPr>
        <p:spPr>
          <a:xfrm>
            <a:off x="6095993" y="5072592"/>
            <a:ext cx="57147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9" name="Google Shape;2509;p245"/>
          <p:cNvSpPr>
            <a:spLocks noGrp="1"/>
          </p:cNvSpPr>
          <p:nvPr>
            <p:ph type="pic" idx="15"/>
          </p:nvPr>
        </p:nvSpPr>
        <p:spPr>
          <a:xfrm>
            <a:off x="2916086" y="300154"/>
            <a:ext cx="2615100" cy="16302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0" name="Google Shape;2510;p245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5">
    <p:spTree>
      <p:nvGrpSpPr>
        <p:cNvPr id="1" name="Shape 2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2" name="Google Shape;2512;p246"/>
          <p:cNvCxnSpPr/>
          <p:nvPr/>
        </p:nvCxnSpPr>
        <p:spPr>
          <a:xfrm rot="10800000">
            <a:off x="4997330" y="2618483"/>
            <a:ext cx="60180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3" name="Google Shape;2513;p246"/>
          <p:cNvSpPr>
            <a:spLocks noGrp="1"/>
          </p:cNvSpPr>
          <p:nvPr>
            <p:ph type="pic" idx="2"/>
          </p:nvPr>
        </p:nvSpPr>
        <p:spPr>
          <a:xfrm>
            <a:off x="2204323" y="2276371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4" name="Google Shape;2514;p246"/>
          <p:cNvSpPr txBox="1">
            <a:spLocks noGrp="1"/>
          </p:cNvSpPr>
          <p:nvPr>
            <p:ph type="body" idx="1"/>
          </p:nvPr>
        </p:nvSpPr>
        <p:spPr>
          <a:xfrm>
            <a:off x="5572275" y="2819872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cxnSp>
        <p:nvCxnSpPr>
          <p:cNvPr id="2515" name="Google Shape;2515;p246"/>
          <p:cNvCxnSpPr/>
          <p:nvPr/>
        </p:nvCxnSpPr>
        <p:spPr>
          <a:xfrm rot="10800000">
            <a:off x="4997324" y="4669769"/>
            <a:ext cx="5961300" cy="0"/>
          </a:xfrm>
          <a:prstGeom prst="straightConnector1">
            <a:avLst/>
          </a:prstGeom>
          <a:noFill/>
          <a:ln w="19050" cap="flat" cmpd="sng">
            <a:solidFill>
              <a:srgbClr val="F4F4F4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16" name="Google Shape;2516;p246"/>
          <p:cNvSpPr>
            <a:spLocks noGrp="1"/>
          </p:cNvSpPr>
          <p:nvPr>
            <p:ph type="pic" idx="3"/>
          </p:nvPr>
        </p:nvSpPr>
        <p:spPr>
          <a:xfrm>
            <a:off x="2204323" y="4327657"/>
            <a:ext cx="2793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17" name="Google Shape;2517;p246"/>
          <p:cNvSpPr txBox="1">
            <a:spLocks noGrp="1"/>
          </p:cNvSpPr>
          <p:nvPr>
            <p:ph type="body" idx="4"/>
          </p:nvPr>
        </p:nvSpPr>
        <p:spPr>
          <a:xfrm>
            <a:off x="5572274" y="4871158"/>
            <a:ext cx="5443200" cy="11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Poppins"/>
              <a:buNone/>
              <a:defRPr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8" name="Google Shape;2518;p246"/>
          <p:cNvSpPr txBox="1">
            <a:spLocks noGrp="1"/>
          </p:cNvSpPr>
          <p:nvPr>
            <p:ph type="body" idx="5"/>
          </p:nvPr>
        </p:nvSpPr>
        <p:spPr>
          <a:xfrm>
            <a:off x="2204324" y="1484525"/>
            <a:ext cx="8811000" cy="6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19" name="Google Shape;2519;p246"/>
          <p:cNvSpPr txBox="1">
            <a:spLocks noGrp="1"/>
          </p:cNvSpPr>
          <p:nvPr>
            <p:ph type="body" idx="6"/>
          </p:nvPr>
        </p:nvSpPr>
        <p:spPr>
          <a:xfrm>
            <a:off x="2204323" y="454165"/>
            <a:ext cx="8811000" cy="8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Poppins"/>
              <a:buNone/>
              <a:defRPr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Linha do Tempo1">
  <p:cSld name="3_Linha do Tempo1 6">
    <p:spTree>
      <p:nvGrpSpPr>
        <p:cNvPr id="1" name="Shape 2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1" name="Google Shape;2521;p2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2" name="Google Shape;2522;p2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23" name="Google Shape;2523;p247"/>
          <p:cNvSpPr txBox="1">
            <a:spLocks noGrp="1"/>
          </p:cNvSpPr>
          <p:nvPr>
            <p:ph type="body" idx="1"/>
          </p:nvPr>
        </p:nvSpPr>
        <p:spPr>
          <a:xfrm>
            <a:off x="3276600" y="118817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4" name="Google Shape;2524;p247"/>
          <p:cNvSpPr txBox="1">
            <a:spLocks noGrp="1"/>
          </p:cNvSpPr>
          <p:nvPr>
            <p:ph type="body" idx="2"/>
          </p:nvPr>
        </p:nvSpPr>
        <p:spPr>
          <a:xfrm>
            <a:off x="3276600" y="1808050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5" name="Google Shape;2525;p247"/>
          <p:cNvSpPr txBox="1">
            <a:spLocks noGrp="1"/>
          </p:cNvSpPr>
          <p:nvPr>
            <p:ph type="body" idx="3"/>
          </p:nvPr>
        </p:nvSpPr>
        <p:spPr>
          <a:xfrm>
            <a:off x="3276600" y="2442212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6" name="Google Shape;2526;p247"/>
          <p:cNvSpPr txBox="1">
            <a:spLocks noGrp="1"/>
          </p:cNvSpPr>
          <p:nvPr>
            <p:ph type="body" idx="4"/>
          </p:nvPr>
        </p:nvSpPr>
        <p:spPr>
          <a:xfrm>
            <a:off x="3276600" y="3108857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7" name="Google Shape;2527;p247"/>
          <p:cNvSpPr txBox="1">
            <a:spLocks noGrp="1"/>
          </p:cNvSpPr>
          <p:nvPr>
            <p:ph type="body" idx="5"/>
          </p:nvPr>
        </p:nvSpPr>
        <p:spPr>
          <a:xfrm>
            <a:off x="3276600" y="3805543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8" name="Google Shape;2528;p247"/>
          <p:cNvSpPr txBox="1">
            <a:spLocks noGrp="1"/>
          </p:cNvSpPr>
          <p:nvPr>
            <p:ph type="body" idx="6"/>
          </p:nvPr>
        </p:nvSpPr>
        <p:spPr>
          <a:xfrm>
            <a:off x="3276600" y="4513114"/>
            <a:ext cx="36471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29" name="Google Shape;2529;p24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0" name="Google Shape;2530;p247"/>
          <p:cNvSpPr txBox="1"/>
          <p:nvPr/>
        </p:nvSpPr>
        <p:spPr>
          <a:xfrm>
            <a:off x="473493" y="697144"/>
            <a:ext cx="1829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Atividade_Resposta">
  <p:cSld name="5_Atividade_Resposta 3">
    <p:spTree>
      <p:nvGrpSpPr>
        <p:cNvPr id="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2" name="Google Shape;2532;p2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3" name="Google Shape;2533;p248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34" name="Google Shape;2534;p2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sp>
        <p:nvSpPr>
          <p:cNvPr id="2535" name="Google Shape;2535;p248"/>
          <p:cNvSpPr txBox="1">
            <a:spLocks noGrp="1"/>
          </p:cNvSpPr>
          <p:nvPr>
            <p:ph type="body" idx="1"/>
          </p:nvPr>
        </p:nvSpPr>
        <p:spPr>
          <a:xfrm>
            <a:off x="3136759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6" name="Google Shape;2536;p248"/>
          <p:cNvSpPr txBox="1">
            <a:spLocks noGrp="1"/>
          </p:cNvSpPr>
          <p:nvPr>
            <p:ph type="body" idx="2"/>
          </p:nvPr>
        </p:nvSpPr>
        <p:spPr>
          <a:xfrm>
            <a:off x="3136759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7" name="Google Shape;2537;p248"/>
          <p:cNvSpPr txBox="1">
            <a:spLocks noGrp="1"/>
          </p:cNvSpPr>
          <p:nvPr>
            <p:ph type="body" idx="3"/>
          </p:nvPr>
        </p:nvSpPr>
        <p:spPr>
          <a:xfrm>
            <a:off x="3136759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8" name="Google Shape;2538;p248"/>
          <p:cNvSpPr txBox="1">
            <a:spLocks noGrp="1"/>
          </p:cNvSpPr>
          <p:nvPr>
            <p:ph type="body" idx="4"/>
          </p:nvPr>
        </p:nvSpPr>
        <p:spPr>
          <a:xfrm>
            <a:off x="6501751" y="1056217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9" name="Google Shape;2539;p248"/>
          <p:cNvSpPr txBox="1">
            <a:spLocks noGrp="1"/>
          </p:cNvSpPr>
          <p:nvPr>
            <p:ph type="body" idx="5"/>
          </p:nvPr>
        </p:nvSpPr>
        <p:spPr>
          <a:xfrm>
            <a:off x="6501751" y="17714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0" name="Google Shape;2540;p248"/>
          <p:cNvSpPr txBox="1">
            <a:spLocks noGrp="1"/>
          </p:cNvSpPr>
          <p:nvPr>
            <p:ph type="body" idx="6"/>
          </p:nvPr>
        </p:nvSpPr>
        <p:spPr>
          <a:xfrm>
            <a:off x="6501751" y="2584281"/>
            <a:ext cx="2958000" cy="5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41" name="Google Shape;2541;p248"/>
          <p:cNvSpPr txBox="1"/>
          <p:nvPr/>
        </p:nvSpPr>
        <p:spPr>
          <a:xfrm>
            <a:off x="727002" y="749326"/>
            <a:ext cx="13137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Prática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Guiada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OqueAprendemos">
  <p:cSld name="6_OqueAprendemos">
    <p:spTree>
      <p:nvGrpSpPr>
        <p:cNvPr id="1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3" name="Google Shape;2543;p2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3775249" cy="6857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4" name="Google Shape;2544;p249" descr="Pessoas sentadas ao redor de uma mesa&#10;&#10;Descrição gerada automaticamente com confiança média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497" y="695158"/>
            <a:ext cx="3823200" cy="3899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545" name="Google Shape;2545;p249"/>
          <p:cNvSpPr txBox="1"/>
          <p:nvPr/>
        </p:nvSpPr>
        <p:spPr>
          <a:xfrm>
            <a:off x="918094" y="4658787"/>
            <a:ext cx="8331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8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© Getty Images</a:t>
            </a:r>
            <a:endParaRPr sz="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546" name="Google Shape;2546;p249"/>
          <p:cNvSpPr>
            <a:spLocks noGrp="1"/>
          </p:cNvSpPr>
          <p:nvPr>
            <p:ph type="pic" idx="2"/>
          </p:nvPr>
        </p:nvSpPr>
        <p:spPr>
          <a:xfrm>
            <a:off x="4868334" y="1691217"/>
            <a:ext cx="6354300" cy="40683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47" name="Google Shape;2547;p249"/>
          <p:cNvSpPr txBox="1"/>
          <p:nvPr/>
        </p:nvSpPr>
        <p:spPr>
          <a:xfrm>
            <a:off x="4676921" y="734022"/>
            <a:ext cx="5440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/>
          </a:bodyPr>
          <a:lstStyle/>
          <a:p>
            <a:pPr marL="304815" marR="0" lvl="0" indent="-15240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oppins"/>
              <a:buNone/>
            </a:pPr>
            <a:r>
              <a:rPr lang="pt-BR" sz="3000" b="1" i="0" u="none" strike="noStrike" cap="none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Nuvem de palavras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8" name="Google Shape;2548;p249"/>
          <p:cNvSpPr/>
          <p:nvPr/>
        </p:nvSpPr>
        <p:spPr>
          <a:xfrm>
            <a:off x="1827147" y="369589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9" name="Google Shape;2549;p249"/>
          <p:cNvSpPr txBox="1"/>
          <p:nvPr/>
        </p:nvSpPr>
        <p:spPr>
          <a:xfrm>
            <a:off x="2025947" y="3952324"/>
            <a:ext cx="20019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 que nós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aprendemos hoje?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Linha do Tempo2">
    <p:bg>
      <p:bgPr>
        <a:solidFill>
          <a:schemeClr val="lt1"/>
        </a:solidFill>
        <a:effectLst/>
      </p:bgPr>
    </p:bg>
    <p:spTree>
      <p:nvGrpSpPr>
        <p:cNvPr id="1" name="Shape 2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1" name="Google Shape;2551;p2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2" name="Google Shape;2552;p2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53" name="Google Shape;2553;p250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54" name="Google Shape;2554;p250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5" name="Google Shape;2555;p250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56" name="Google Shape;2556;p250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7" name="Google Shape;2557;p250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8" name="Google Shape;2558;p250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">
    <p:bg>
      <p:bgPr>
        <a:solidFill>
          <a:schemeClr val="lt1"/>
        </a:solidFill>
        <a:effectLst/>
      </p:bgPr>
    </p:bg>
    <p:spTree>
      <p:nvGrpSpPr>
        <p:cNvPr id="1" name="Shape 2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" name="Google Shape;2560;p2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1" name="Google Shape;2561;p2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2" name="Google Shape;2562;p251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563" name="Google Shape;2563;p251"/>
          <p:cNvSpPr txBox="1">
            <a:spLocks noGrp="1"/>
          </p:cNvSpPr>
          <p:nvPr>
            <p:ph type="body" idx="1"/>
          </p:nvPr>
        </p:nvSpPr>
        <p:spPr>
          <a:xfrm>
            <a:off x="3104707" y="1639685"/>
            <a:ext cx="82401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Poppins"/>
              <a:buNone/>
              <a:defRPr sz="1467" b="0" i="0" u="none" strike="noStrike" cap="none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4" name="Google Shape;2564;p251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565" name="Google Shape;2565;p251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6" name="Google Shape;2566;p251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7" name="Google Shape;2567;p251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1_Linha do Tempo1">
    <p:bg>
      <p:bgPr>
        <a:solidFill>
          <a:schemeClr val="lt1"/>
        </a:solidFill>
        <a:effectLst/>
      </p:bgPr>
    </p:bg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9" name="Google Shape;2569;p2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0" name="Google Shape;2570;p2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71" name="Google Shape;2571;p252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72" name="Google Shape;2572;p252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3" name="Google Shape;2573;p252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4" name="Google Shape;2574;p252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75" name="Google Shape;2575;p252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76" name="Google Shape;2576;p252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7" name="Google Shape;2577;p252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8" name="Google Shape;2578;p252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79" name="Google Shape;2579;p252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80" name="Google Shape;2580;p252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1" name="Google Shape;2581;p252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2" name="Google Shape;2582;p252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7">
    <p:bg>
      <p:bgPr>
        <a:solidFill>
          <a:schemeClr val="lt1"/>
        </a:solidFill>
        <a:effectLst/>
      </p:bgPr>
    </p:bg>
    <p:spTree>
      <p:nvGrpSpPr>
        <p:cNvPr id="1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4" name="Google Shape;2584;p2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5" name="Google Shape;2585;p2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86" name="Google Shape;2586;p253"/>
          <p:cNvCxnSpPr/>
          <p:nvPr/>
        </p:nvCxnSpPr>
        <p:spPr>
          <a:xfrm>
            <a:off x="1559442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587" name="Google Shape;2587;p253"/>
          <p:cNvCxnSpPr/>
          <p:nvPr/>
        </p:nvCxnSpPr>
        <p:spPr>
          <a:xfrm rot="10800000">
            <a:off x="1147295" y="4639591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8" name="Google Shape;2588;p253"/>
          <p:cNvCxnSpPr/>
          <p:nvPr/>
        </p:nvCxnSpPr>
        <p:spPr>
          <a:xfrm rot="10800000">
            <a:off x="6787299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89" name="Google Shape;2589;p253"/>
          <p:cNvCxnSpPr/>
          <p:nvPr/>
        </p:nvCxnSpPr>
        <p:spPr>
          <a:xfrm>
            <a:off x="3961499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590" name="Google Shape;2590;p253"/>
          <p:cNvCxnSpPr/>
          <p:nvPr/>
        </p:nvCxnSpPr>
        <p:spPr>
          <a:xfrm>
            <a:off x="9587327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591" name="Google Shape;2591;p253"/>
          <p:cNvSpPr>
            <a:spLocks noGrp="1"/>
          </p:cNvSpPr>
          <p:nvPr>
            <p:ph type="pic" idx="2"/>
          </p:nvPr>
        </p:nvSpPr>
        <p:spPr>
          <a:xfrm>
            <a:off x="778432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2" name="Google Shape;2592;p253"/>
          <p:cNvSpPr>
            <a:spLocks noGrp="1"/>
          </p:cNvSpPr>
          <p:nvPr>
            <p:ph type="pic" idx="3"/>
          </p:nvPr>
        </p:nvSpPr>
        <p:spPr>
          <a:xfrm>
            <a:off x="3615829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3" name="Google Shape;2593;p253"/>
          <p:cNvSpPr>
            <a:spLocks noGrp="1"/>
          </p:cNvSpPr>
          <p:nvPr>
            <p:ph type="pic" idx="4"/>
          </p:nvPr>
        </p:nvSpPr>
        <p:spPr>
          <a:xfrm>
            <a:off x="6432270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4" name="Google Shape;2594;p253"/>
          <p:cNvSpPr>
            <a:spLocks noGrp="1"/>
          </p:cNvSpPr>
          <p:nvPr>
            <p:ph type="pic" idx="5"/>
          </p:nvPr>
        </p:nvSpPr>
        <p:spPr>
          <a:xfrm>
            <a:off x="9269667" y="3092450"/>
            <a:ext cx="20160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595" name="Google Shape;2595;p253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6" name="Google Shape;2596;p25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7" name="Google Shape;2597;p25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9">
    <p:bg>
      <p:bgPr>
        <a:solidFill>
          <a:schemeClr val="lt1"/>
        </a:solidFill>
        <a:effectLst/>
      </p:bgPr>
    </p:bg>
    <p:spTree>
      <p:nvGrpSpPr>
        <p:cNvPr id="1" name="Shape 2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4" name="Google Shape;2614;p2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5" name="Google Shape;2615;p2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16" name="Google Shape;2616;p255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17" name="Google Shape;2617;p255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8" name="Google Shape;2618;p255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19" name="Google Shape;2619;p255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20" name="Google Shape;2620;p255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1" name="Google Shape;2621;p255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2" name="Google Shape;2622;p255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3" name="Google Shape;2623;p255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4" name="Google Shape;2624;p255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25" name="Google Shape;2625;p255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6" name="Google Shape;2626;p255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27" name="Google Shape;2627;p255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28" name="Google Shape;2628;p255"/>
          <p:cNvSpPr/>
          <p:nvPr/>
        </p:nvSpPr>
        <p:spPr>
          <a:xfrm>
            <a:off x="214209" y="231883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9" name="Google Shape;2629;p255"/>
          <p:cNvSpPr txBox="1"/>
          <p:nvPr/>
        </p:nvSpPr>
        <p:spPr>
          <a:xfrm>
            <a:off x="495695" y="718480"/>
            <a:ext cx="18135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Construindo o</a:t>
            </a:r>
            <a:r>
              <a:rPr lang="pt-BR" sz="2333" b="0" i="0" u="none" strike="noStrike" cap="non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pt-BR" sz="2333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conceito</a:t>
            </a:r>
            <a:endParaRPr sz="2333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0">
    <p:bg>
      <p:bgPr>
        <a:solidFill>
          <a:schemeClr val="lt1"/>
        </a:solidFill>
        <a:effectLst/>
      </p:bgPr>
    </p:bg>
    <p:spTree>
      <p:nvGrpSpPr>
        <p:cNvPr id="1" name="Shape 2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1" name="Google Shape;2631;p2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2" name="Google Shape;2632;p2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33" name="Google Shape;2633;p256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34" name="Google Shape;2634;p256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5" name="Google Shape;2635;p256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6" name="Google Shape;2636;p256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37" name="Google Shape;2637;p256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38" name="Google Shape;2638;p256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39" name="Google Shape;2639;p256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0" name="Google Shape;2640;p256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1" name="Google Shape;2641;p256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42" name="Google Shape;2642;p256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43" name="Google Shape;2643;p256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44" name="Google Shape;2644;p256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45" name="Google Shape;2645;p256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6" name="Google Shape;2646;p256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1">
    <p:bg>
      <p:bgPr>
        <a:solidFill>
          <a:schemeClr val="lt1"/>
        </a:solidFill>
        <a:effectLst/>
      </p:bgPr>
    </p:bg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8" name="Google Shape;2648;p2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9" name="Google Shape;2649;p2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50" name="Google Shape;2650;p257"/>
          <p:cNvCxnSpPr/>
          <p:nvPr/>
        </p:nvCxnSpPr>
        <p:spPr>
          <a:xfrm>
            <a:off x="1185264" y="3909375"/>
            <a:ext cx="10746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651" name="Google Shape;2651;p257"/>
          <p:cNvCxnSpPr/>
          <p:nvPr/>
        </p:nvCxnSpPr>
        <p:spPr>
          <a:xfrm rot="10800000">
            <a:off x="620355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2" name="Google Shape;2652;p257"/>
          <p:cNvCxnSpPr/>
          <p:nvPr/>
        </p:nvCxnSpPr>
        <p:spPr>
          <a:xfrm rot="10800000">
            <a:off x="5263300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3" name="Google Shape;2653;p257"/>
          <p:cNvCxnSpPr/>
          <p:nvPr/>
        </p:nvCxnSpPr>
        <p:spPr>
          <a:xfrm>
            <a:off x="2959237" y="1592470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654" name="Google Shape;2654;p257"/>
          <p:cNvCxnSpPr/>
          <p:nvPr/>
        </p:nvCxnSpPr>
        <p:spPr>
          <a:xfrm>
            <a:off x="7589194" y="1577706"/>
            <a:ext cx="0" cy="14997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55" name="Google Shape;2655;p257"/>
          <p:cNvSpPr>
            <a:spLocks noGrp="1"/>
          </p:cNvSpPr>
          <p:nvPr>
            <p:ph type="pic" idx="2"/>
          </p:nvPr>
        </p:nvSpPr>
        <p:spPr>
          <a:xfrm>
            <a:off x="466617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6" name="Google Shape;2656;p257"/>
          <p:cNvSpPr>
            <a:spLocks noGrp="1"/>
          </p:cNvSpPr>
          <p:nvPr>
            <p:ph type="pic" idx="3"/>
          </p:nvPr>
        </p:nvSpPr>
        <p:spPr>
          <a:xfrm>
            <a:off x="276980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7" name="Google Shape;2657;p257"/>
          <p:cNvSpPr>
            <a:spLocks noGrp="1"/>
          </p:cNvSpPr>
          <p:nvPr>
            <p:ph type="pic" idx="4"/>
          </p:nvPr>
        </p:nvSpPr>
        <p:spPr>
          <a:xfrm>
            <a:off x="5072996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8" name="Google Shape;2658;p257"/>
          <p:cNvSpPr>
            <a:spLocks noGrp="1"/>
          </p:cNvSpPr>
          <p:nvPr>
            <p:ph type="pic" idx="5"/>
          </p:nvPr>
        </p:nvSpPr>
        <p:spPr>
          <a:xfrm>
            <a:off x="7376185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59" name="Google Shape;2659;p257"/>
          <p:cNvSpPr txBox="1">
            <a:spLocks noGrp="1"/>
          </p:cNvSpPr>
          <p:nvPr>
            <p:ph type="body" idx="1"/>
          </p:nvPr>
        </p:nvSpPr>
        <p:spPr>
          <a:xfrm>
            <a:off x="3005292" y="958054"/>
            <a:ext cx="8280600" cy="45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60" name="Google Shape;2660;p257"/>
          <p:cNvSpPr>
            <a:spLocks noGrp="1"/>
          </p:cNvSpPr>
          <p:nvPr>
            <p:ph type="pic" idx="6"/>
          </p:nvPr>
        </p:nvSpPr>
        <p:spPr>
          <a:xfrm>
            <a:off x="9679374" y="3092450"/>
            <a:ext cx="1973700" cy="16776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2661" name="Google Shape;2661;p257"/>
          <p:cNvCxnSpPr/>
          <p:nvPr/>
        </p:nvCxnSpPr>
        <p:spPr>
          <a:xfrm rot="10800000">
            <a:off x="9869167" y="4624797"/>
            <a:ext cx="0" cy="1398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662" name="Google Shape;2662;p257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3" name="Google Shape;2663;p257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Linha do Tempo1">
  <p:cSld name="3_Linha do Tempo1 12">
    <p:bg>
      <p:bgPr>
        <a:solidFill>
          <a:schemeClr val="lt1"/>
        </a:solidFill>
        <a:effectLst/>
      </p:bgPr>
    </p:bg>
    <p:spTree>
      <p:nvGrpSpPr>
        <p:cNvPr id="1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5" name="Google Shape;2665;p2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6" name="Google Shape;2666;p2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67" name="Google Shape;2667;p258"/>
          <p:cNvSpPr>
            <a:spLocks noGrp="1"/>
          </p:cNvSpPr>
          <p:nvPr>
            <p:ph type="pic" idx="2"/>
          </p:nvPr>
        </p:nvSpPr>
        <p:spPr>
          <a:xfrm>
            <a:off x="3127810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8" name="Google Shape;2668;p258"/>
          <p:cNvSpPr>
            <a:spLocks noGrp="1"/>
          </p:cNvSpPr>
          <p:nvPr>
            <p:ph type="pic" idx="3"/>
          </p:nvPr>
        </p:nvSpPr>
        <p:spPr>
          <a:xfrm>
            <a:off x="3127810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69" name="Google Shape;2669;p258"/>
          <p:cNvSpPr>
            <a:spLocks noGrp="1"/>
          </p:cNvSpPr>
          <p:nvPr>
            <p:ph type="pic" idx="4"/>
          </p:nvPr>
        </p:nvSpPr>
        <p:spPr>
          <a:xfrm>
            <a:off x="8759529" y="383726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0" name="Google Shape;2670;p258"/>
          <p:cNvSpPr>
            <a:spLocks noGrp="1"/>
          </p:cNvSpPr>
          <p:nvPr>
            <p:ph type="pic" idx="5"/>
          </p:nvPr>
        </p:nvSpPr>
        <p:spPr>
          <a:xfrm>
            <a:off x="8759529" y="1084585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grpSp>
        <p:nvGrpSpPr>
          <p:cNvPr id="2671" name="Google Shape;2671;p258"/>
          <p:cNvGrpSpPr/>
          <p:nvPr/>
        </p:nvGrpSpPr>
        <p:grpSpPr>
          <a:xfrm>
            <a:off x="9756891" y="6381906"/>
            <a:ext cx="2435717" cy="499880"/>
            <a:chOff x="14634602" y="9537218"/>
            <a:chExt cx="3653392" cy="749782"/>
          </a:xfrm>
        </p:grpSpPr>
        <p:pic>
          <p:nvPicPr>
            <p:cNvPr id="2672" name="Google Shape;2672;p258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634602" y="9537218"/>
              <a:ext cx="3653392" cy="7497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3" name="Google Shape;2673;p258" descr="Logotipo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5016163" y="9710738"/>
              <a:ext cx="3271831" cy="4873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4" name="Google Shape;2674;p258"/>
          <p:cNvSpPr>
            <a:spLocks noGrp="1"/>
          </p:cNvSpPr>
          <p:nvPr>
            <p:ph type="pic" idx="6"/>
          </p:nvPr>
        </p:nvSpPr>
        <p:spPr>
          <a:xfrm>
            <a:off x="5943669" y="2636294"/>
            <a:ext cx="2481600" cy="174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75" name="Google Shape;2675;p258"/>
          <p:cNvSpPr txBox="1">
            <a:spLocks noGrp="1"/>
          </p:cNvSpPr>
          <p:nvPr>
            <p:ph type="body" idx="1"/>
          </p:nvPr>
        </p:nvSpPr>
        <p:spPr>
          <a:xfrm>
            <a:off x="3127811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6" name="Google Shape;2676;p258"/>
          <p:cNvSpPr txBox="1">
            <a:spLocks noGrp="1"/>
          </p:cNvSpPr>
          <p:nvPr>
            <p:ph type="body" idx="7"/>
          </p:nvPr>
        </p:nvSpPr>
        <p:spPr>
          <a:xfrm>
            <a:off x="3127811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7" name="Google Shape;2677;p258"/>
          <p:cNvSpPr txBox="1">
            <a:spLocks noGrp="1"/>
          </p:cNvSpPr>
          <p:nvPr>
            <p:ph type="body" idx="8"/>
          </p:nvPr>
        </p:nvSpPr>
        <p:spPr>
          <a:xfrm>
            <a:off x="8760967" y="2908275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8" name="Google Shape;2678;p258"/>
          <p:cNvSpPr txBox="1">
            <a:spLocks noGrp="1"/>
          </p:cNvSpPr>
          <p:nvPr>
            <p:ph type="body" idx="9"/>
          </p:nvPr>
        </p:nvSpPr>
        <p:spPr>
          <a:xfrm>
            <a:off x="8760967" y="5656962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79" name="Google Shape;2679;p258"/>
          <p:cNvSpPr txBox="1">
            <a:spLocks noGrp="1"/>
          </p:cNvSpPr>
          <p:nvPr>
            <p:ph type="body" idx="13"/>
          </p:nvPr>
        </p:nvSpPr>
        <p:spPr>
          <a:xfrm>
            <a:off x="5950033" y="4443564"/>
            <a:ext cx="2481600" cy="2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Poppins"/>
              <a:buNone/>
              <a:defRPr sz="933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oppins"/>
              <a:buChar char="–"/>
              <a:defRPr sz="1867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Char char="•"/>
              <a:defRPr sz="16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–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»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oppins"/>
              <a:buChar char="•"/>
              <a:defRPr sz="1333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680" name="Google Shape;2680;p258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1" name="Google Shape;2681;p258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1. Desenvolvimento">
  <p:cSld name="4_1. Desenvolvimento 3"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3" name="Google Shape;2683;p2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4" name="Google Shape;2684;p2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5" name="Google Shape;2685;p259"/>
          <p:cNvSpPr txBox="1"/>
          <p:nvPr/>
        </p:nvSpPr>
        <p:spPr>
          <a:xfrm>
            <a:off x="5562600" y="23622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6" name="Google Shape;2686;p259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7" name="Google Shape;2687;p259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1_Título e Conteúdo 8">
    <p:spTree>
      <p:nvGrpSpPr>
        <p:cNvPr id="1" name="Shape 2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9" name="Google Shape;2689;p2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0" name="Google Shape;2690;p2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1" name="Google Shape;2691;p260"/>
          <p:cNvSpPr>
            <a:spLocks noGrp="1"/>
          </p:cNvSpPr>
          <p:nvPr>
            <p:ph type="pic" idx="2"/>
          </p:nvPr>
        </p:nvSpPr>
        <p:spPr>
          <a:xfrm>
            <a:off x="2805141" y="2431243"/>
            <a:ext cx="9004500" cy="329580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2692" name="Google Shape;2692;p260"/>
          <p:cNvSpPr txBox="1">
            <a:spLocks noGrp="1"/>
          </p:cNvSpPr>
          <p:nvPr>
            <p:ph type="body" idx="1"/>
          </p:nvPr>
        </p:nvSpPr>
        <p:spPr>
          <a:xfrm>
            <a:off x="2805142" y="5860191"/>
            <a:ext cx="90048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3" name="Google Shape;2693;p260"/>
          <p:cNvSpPr txBox="1">
            <a:spLocks noGrp="1"/>
          </p:cNvSpPr>
          <p:nvPr>
            <p:ph type="body" idx="3"/>
          </p:nvPr>
        </p:nvSpPr>
        <p:spPr>
          <a:xfrm>
            <a:off x="2805142" y="823383"/>
            <a:ext cx="9004800" cy="13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94" name="Google Shape;2694;p260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5" name="Google Shape;2695;p260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4">
    <p:spTree>
      <p:nvGrpSpPr>
        <p:cNvPr id="1" name="Shape 2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7" name="Google Shape;2697;p261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8" name="Google Shape;2698;p261"/>
          <p:cNvCxnSpPr/>
          <p:nvPr/>
        </p:nvCxnSpPr>
        <p:spPr>
          <a:xfrm>
            <a:off x="343022" y="609127"/>
            <a:ext cx="74961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9" name="Google Shape;2699;p261"/>
          <p:cNvSpPr txBox="1"/>
          <p:nvPr/>
        </p:nvSpPr>
        <p:spPr>
          <a:xfrm>
            <a:off x="343021" y="409155"/>
            <a:ext cx="41535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60950" rIns="60950" bIns="60950" anchor="ctr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lang="pt-BR" sz="62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Diversas aplicações</a:t>
            </a:r>
            <a:endParaRPr sz="933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. Exposição">
  <p:cSld name="2_4. Exposição 5">
    <p:spTree>
      <p:nvGrpSpPr>
        <p:cNvPr id="1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62"/>
          <p:cNvSpPr txBox="1"/>
          <p:nvPr/>
        </p:nvSpPr>
        <p:spPr>
          <a:xfrm>
            <a:off x="4135395" y="-1037967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inha do Tempo2">
  <p:cSld name="1_Linha do Tempo2 2">
    <p:bg>
      <p:bgPr>
        <a:solidFill>
          <a:schemeClr val="lt1"/>
        </a:solidFill>
        <a:effectLst/>
      </p:bgPr>
    </p:bg>
    <p:spTree>
      <p:nvGrpSpPr>
        <p:cNvPr id="1" name="Shape 2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3" name="Google Shape;2703;p2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281734"/>
            <a:ext cx="12191999" cy="595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4" name="Google Shape;2704;p2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526"/>
            <a:ext cx="12191999" cy="56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05" name="Google Shape;2705;p263"/>
          <p:cNvSpPr txBox="1">
            <a:spLocks noGrp="1"/>
          </p:cNvSpPr>
          <p:nvPr>
            <p:ph type="body" idx="1"/>
          </p:nvPr>
        </p:nvSpPr>
        <p:spPr>
          <a:xfrm>
            <a:off x="3104707" y="1664759"/>
            <a:ext cx="8240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706" name="Google Shape;2706;p263"/>
          <p:cNvCxnSpPr/>
          <p:nvPr/>
        </p:nvCxnSpPr>
        <p:spPr>
          <a:xfrm>
            <a:off x="460698" y="3353252"/>
            <a:ext cx="11844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707" name="Google Shape;2707;p263"/>
          <p:cNvSpPr txBox="1">
            <a:spLocks noGrp="1"/>
          </p:cNvSpPr>
          <p:nvPr>
            <p:ph type="body" idx="2"/>
          </p:nvPr>
        </p:nvSpPr>
        <p:spPr>
          <a:xfrm>
            <a:off x="3104707" y="1090293"/>
            <a:ext cx="7173300" cy="41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Poppins"/>
              <a:buNone/>
              <a:defRPr sz="2000" b="1" i="0" u="none" strike="noStrike" cap="none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"/>
              <a:buNone/>
              <a:defRPr sz="933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2708" name="Google Shape;2708;p263"/>
          <p:cNvSpPr txBox="1"/>
          <p:nvPr/>
        </p:nvSpPr>
        <p:spPr>
          <a:xfrm>
            <a:off x="1635512" y="498087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9" name="Google Shape;2709;p263"/>
          <p:cNvSpPr/>
          <p:nvPr/>
        </p:nvSpPr>
        <p:spPr>
          <a:xfrm>
            <a:off x="200184" y="224527"/>
            <a:ext cx="2290200" cy="1593600"/>
          </a:xfrm>
          <a:prstGeom prst="roundRect">
            <a:avLst>
              <a:gd name="adj" fmla="val 16667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9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0" name="Google Shape;2710;p263"/>
          <p:cNvSpPr txBox="1"/>
          <p:nvPr/>
        </p:nvSpPr>
        <p:spPr>
          <a:xfrm>
            <a:off x="527108" y="662359"/>
            <a:ext cx="1727400" cy="7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Colocando</a:t>
            </a:r>
            <a:b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pt-BR" sz="2333" b="0" i="0" u="none" strike="noStrike" cap="non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em </a:t>
            </a:r>
            <a:r>
              <a:rPr lang="pt-BR" sz="2333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prática</a:t>
            </a:r>
            <a:endParaRPr sz="2333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103.xml"/><Relationship Id="rId50" Type="http://schemas.openxmlformats.org/officeDocument/2006/relationships/slideLayout" Target="../slideLayouts/slideLayout106.xml"/><Relationship Id="rId55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101.xml"/><Relationship Id="rId53" Type="http://schemas.openxmlformats.org/officeDocument/2006/relationships/slideLayout" Target="../slideLayouts/slideLayout109.xml"/><Relationship Id="rId58" Type="http://schemas.openxmlformats.org/officeDocument/2006/relationships/slideLayout" Target="../slideLayouts/slideLayout114.xml"/><Relationship Id="rId5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4.xml"/><Relationship Id="rId56" Type="http://schemas.openxmlformats.org/officeDocument/2006/relationships/slideLayout" Target="../slideLayouts/slideLayout112.xml"/><Relationship Id="rId8" Type="http://schemas.openxmlformats.org/officeDocument/2006/relationships/slideLayout" Target="../slideLayouts/slideLayout64.xml"/><Relationship Id="rId51" Type="http://schemas.openxmlformats.org/officeDocument/2006/relationships/slideLayout" Target="../slideLayouts/slideLayout107.xml"/><Relationship Id="rId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102.xml"/><Relationship Id="rId59" Type="http://schemas.openxmlformats.org/officeDocument/2006/relationships/theme" Target="../theme/theme2.xml"/><Relationship Id="rId20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97.xml"/><Relationship Id="rId54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92.xml"/><Relationship Id="rId49" Type="http://schemas.openxmlformats.org/officeDocument/2006/relationships/slideLayout" Target="../slideLayouts/slideLayout105.xml"/><Relationship Id="rId57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66.xml"/><Relationship Id="rId31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100.xml"/><Relationship Id="rId52" Type="http://schemas.openxmlformats.org/officeDocument/2006/relationships/slideLayout" Target="../slideLayouts/slideLayout108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27.xml"/><Relationship Id="rId18" Type="http://schemas.openxmlformats.org/officeDocument/2006/relationships/slideLayout" Target="../slideLayouts/slideLayout132.xml"/><Relationship Id="rId26" Type="http://schemas.openxmlformats.org/officeDocument/2006/relationships/slideLayout" Target="../slideLayouts/slideLayout140.xml"/><Relationship Id="rId39" Type="http://schemas.openxmlformats.org/officeDocument/2006/relationships/slideLayout" Target="../slideLayouts/slideLayout153.xml"/><Relationship Id="rId21" Type="http://schemas.openxmlformats.org/officeDocument/2006/relationships/slideLayout" Target="../slideLayouts/slideLayout135.xml"/><Relationship Id="rId34" Type="http://schemas.openxmlformats.org/officeDocument/2006/relationships/slideLayout" Target="../slideLayouts/slideLayout148.xml"/><Relationship Id="rId42" Type="http://schemas.openxmlformats.org/officeDocument/2006/relationships/slideLayout" Target="../slideLayouts/slideLayout156.xml"/><Relationship Id="rId47" Type="http://schemas.openxmlformats.org/officeDocument/2006/relationships/slideLayout" Target="../slideLayouts/slideLayout161.xml"/><Relationship Id="rId50" Type="http://schemas.openxmlformats.org/officeDocument/2006/relationships/slideLayout" Target="../slideLayouts/slideLayout164.xml"/><Relationship Id="rId55" Type="http://schemas.openxmlformats.org/officeDocument/2006/relationships/slideLayout" Target="../slideLayouts/slideLayout169.xml"/><Relationship Id="rId7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6.xml"/><Relationship Id="rId16" Type="http://schemas.openxmlformats.org/officeDocument/2006/relationships/slideLayout" Target="../slideLayouts/slideLayout130.xml"/><Relationship Id="rId29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25.xml"/><Relationship Id="rId24" Type="http://schemas.openxmlformats.org/officeDocument/2006/relationships/slideLayout" Target="../slideLayouts/slideLayout138.xml"/><Relationship Id="rId32" Type="http://schemas.openxmlformats.org/officeDocument/2006/relationships/slideLayout" Target="../slideLayouts/slideLayout146.xml"/><Relationship Id="rId37" Type="http://schemas.openxmlformats.org/officeDocument/2006/relationships/slideLayout" Target="../slideLayouts/slideLayout151.xml"/><Relationship Id="rId40" Type="http://schemas.openxmlformats.org/officeDocument/2006/relationships/slideLayout" Target="../slideLayouts/slideLayout154.xml"/><Relationship Id="rId45" Type="http://schemas.openxmlformats.org/officeDocument/2006/relationships/slideLayout" Target="../slideLayouts/slideLayout159.xml"/><Relationship Id="rId53" Type="http://schemas.openxmlformats.org/officeDocument/2006/relationships/slideLayout" Target="../slideLayouts/slideLayout167.xml"/><Relationship Id="rId58" Type="http://schemas.openxmlformats.org/officeDocument/2006/relationships/slideLayout" Target="../slideLayouts/slideLayout172.xml"/><Relationship Id="rId5" Type="http://schemas.openxmlformats.org/officeDocument/2006/relationships/slideLayout" Target="../slideLayouts/slideLayout119.xml"/><Relationship Id="rId19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18.xml"/><Relationship Id="rId9" Type="http://schemas.openxmlformats.org/officeDocument/2006/relationships/slideLayout" Target="../slideLayouts/slideLayout123.xml"/><Relationship Id="rId14" Type="http://schemas.openxmlformats.org/officeDocument/2006/relationships/slideLayout" Target="../slideLayouts/slideLayout128.xml"/><Relationship Id="rId22" Type="http://schemas.openxmlformats.org/officeDocument/2006/relationships/slideLayout" Target="../slideLayouts/slideLayout136.xml"/><Relationship Id="rId27" Type="http://schemas.openxmlformats.org/officeDocument/2006/relationships/slideLayout" Target="../slideLayouts/slideLayout141.xml"/><Relationship Id="rId30" Type="http://schemas.openxmlformats.org/officeDocument/2006/relationships/slideLayout" Target="../slideLayouts/slideLayout144.xml"/><Relationship Id="rId35" Type="http://schemas.openxmlformats.org/officeDocument/2006/relationships/slideLayout" Target="../slideLayouts/slideLayout149.xml"/><Relationship Id="rId43" Type="http://schemas.openxmlformats.org/officeDocument/2006/relationships/slideLayout" Target="../slideLayouts/slideLayout157.xml"/><Relationship Id="rId48" Type="http://schemas.openxmlformats.org/officeDocument/2006/relationships/slideLayout" Target="../slideLayouts/slideLayout162.xml"/><Relationship Id="rId56" Type="http://schemas.openxmlformats.org/officeDocument/2006/relationships/slideLayout" Target="../slideLayouts/slideLayout170.xml"/><Relationship Id="rId8" Type="http://schemas.openxmlformats.org/officeDocument/2006/relationships/slideLayout" Target="../slideLayouts/slideLayout122.xml"/><Relationship Id="rId51" Type="http://schemas.openxmlformats.org/officeDocument/2006/relationships/slideLayout" Target="../slideLayouts/slideLayout165.xml"/><Relationship Id="rId3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6.xml"/><Relationship Id="rId17" Type="http://schemas.openxmlformats.org/officeDocument/2006/relationships/slideLayout" Target="../slideLayouts/slideLayout131.xml"/><Relationship Id="rId25" Type="http://schemas.openxmlformats.org/officeDocument/2006/relationships/slideLayout" Target="../slideLayouts/slideLayout139.xml"/><Relationship Id="rId33" Type="http://schemas.openxmlformats.org/officeDocument/2006/relationships/slideLayout" Target="../slideLayouts/slideLayout147.xml"/><Relationship Id="rId38" Type="http://schemas.openxmlformats.org/officeDocument/2006/relationships/slideLayout" Target="../slideLayouts/slideLayout152.xml"/><Relationship Id="rId46" Type="http://schemas.openxmlformats.org/officeDocument/2006/relationships/slideLayout" Target="../slideLayouts/slideLayout160.xml"/><Relationship Id="rId59" Type="http://schemas.openxmlformats.org/officeDocument/2006/relationships/slideLayout" Target="../slideLayouts/slideLayout173.xml"/><Relationship Id="rId20" Type="http://schemas.openxmlformats.org/officeDocument/2006/relationships/slideLayout" Target="../slideLayouts/slideLayout134.xml"/><Relationship Id="rId41" Type="http://schemas.openxmlformats.org/officeDocument/2006/relationships/slideLayout" Target="../slideLayouts/slideLayout155.xml"/><Relationship Id="rId54" Type="http://schemas.openxmlformats.org/officeDocument/2006/relationships/slideLayout" Target="../slideLayouts/slideLayout168.xml"/><Relationship Id="rId1" Type="http://schemas.openxmlformats.org/officeDocument/2006/relationships/slideLayout" Target="../slideLayouts/slideLayout115.xml"/><Relationship Id="rId6" Type="http://schemas.openxmlformats.org/officeDocument/2006/relationships/slideLayout" Target="../slideLayouts/slideLayout120.xml"/><Relationship Id="rId15" Type="http://schemas.openxmlformats.org/officeDocument/2006/relationships/slideLayout" Target="../slideLayouts/slideLayout129.xml"/><Relationship Id="rId23" Type="http://schemas.openxmlformats.org/officeDocument/2006/relationships/slideLayout" Target="../slideLayouts/slideLayout137.xml"/><Relationship Id="rId28" Type="http://schemas.openxmlformats.org/officeDocument/2006/relationships/slideLayout" Target="../slideLayouts/slideLayout142.xml"/><Relationship Id="rId36" Type="http://schemas.openxmlformats.org/officeDocument/2006/relationships/slideLayout" Target="../slideLayouts/slideLayout150.xml"/><Relationship Id="rId49" Type="http://schemas.openxmlformats.org/officeDocument/2006/relationships/slideLayout" Target="../slideLayouts/slideLayout163.xml"/><Relationship Id="rId57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24.xml"/><Relationship Id="rId31" Type="http://schemas.openxmlformats.org/officeDocument/2006/relationships/slideLayout" Target="../slideLayouts/slideLayout145.xml"/><Relationship Id="rId44" Type="http://schemas.openxmlformats.org/officeDocument/2006/relationships/slideLayout" Target="../slideLayouts/slideLayout158.xml"/><Relationship Id="rId52" Type="http://schemas.openxmlformats.org/officeDocument/2006/relationships/slideLayout" Target="../slideLayouts/slideLayout166.xml"/><Relationship Id="rId60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99.xml"/><Relationship Id="rId21" Type="http://schemas.openxmlformats.org/officeDocument/2006/relationships/slideLayout" Target="../slideLayouts/slideLayout194.xml"/><Relationship Id="rId42" Type="http://schemas.openxmlformats.org/officeDocument/2006/relationships/slideLayout" Target="../slideLayouts/slideLayout215.xml"/><Relationship Id="rId47" Type="http://schemas.openxmlformats.org/officeDocument/2006/relationships/slideLayout" Target="../slideLayouts/slideLayout220.xml"/><Relationship Id="rId63" Type="http://schemas.openxmlformats.org/officeDocument/2006/relationships/slideLayout" Target="../slideLayouts/slideLayout236.xml"/><Relationship Id="rId68" Type="http://schemas.openxmlformats.org/officeDocument/2006/relationships/slideLayout" Target="../slideLayouts/slideLayout241.xml"/><Relationship Id="rId16" Type="http://schemas.openxmlformats.org/officeDocument/2006/relationships/slideLayout" Target="../slideLayouts/slideLayout189.xml"/><Relationship Id="rId11" Type="http://schemas.openxmlformats.org/officeDocument/2006/relationships/slideLayout" Target="../slideLayouts/slideLayout184.xml"/><Relationship Id="rId32" Type="http://schemas.openxmlformats.org/officeDocument/2006/relationships/slideLayout" Target="../slideLayouts/slideLayout205.xml"/><Relationship Id="rId37" Type="http://schemas.openxmlformats.org/officeDocument/2006/relationships/slideLayout" Target="../slideLayouts/slideLayout210.xml"/><Relationship Id="rId53" Type="http://schemas.openxmlformats.org/officeDocument/2006/relationships/slideLayout" Target="../slideLayouts/slideLayout226.xml"/><Relationship Id="rId58" Type="http://schemas.openxmlformats.org/officeDocument/2006/relationships/slideLayout" Target="../slideLayouts/slideLayout231.xml"/><Relationship Id="rId74" Type="http://schemas.openxmlformats.org/officeDocument/2006/relationships/slideLayout" Target="../slideLayouts/slideLayout247.xml"/><Relationship Id="rId79" Type="http://schemas.openxmlformats.org/officeDocument/2006/relationships/slideLayout" Target="../slideLayouts/slideLayout252.xml"/><Relationship Id="rId5" Type="http://schemas.openxmlformats.org/officeDocument/2006/relationships/slideLayout" Target="../slideLayouts/slideLayout178.xml"/><Relationship Id="rId61" Type="http://schemas.openxmlformats.org/officeDocument/2006/relationships/slideLayout" Target="../slideLayouts/slideLayout234.xml"/><Relationship Id="rId82" Type="http://schemas.openxmlformats.org/officeDocument/2006/relationships/theme" Target="../theme/theme4.xml"/><Relationship Id="rId19" Type="http://schemas.openxmlformats.org/officeDocument/2006/relationships/slideLayout" Target="../slideLayouts/slideLayout192.xml"/><Relationship Id="rId14" Type="http://schemas.openxmlformats.org/officeDocument/2006/relationships/slideLayout" Target="../slideLayouts/slideLayout187.xml"/><Relationship Id="rId22" Type="http://schemas.openxmlformats.org/officeDocument/2006/relationships/slideLayout" Target="../slideLayouts/slideLayout195.xml"/><Relationship Id="rId27" Type="http://schemas.openxmlformats.org/officeDocument/2006/relationships/slideLayout" Target="../slideLayouts/slideLayout200.xml"/><Relationship Id="rId30" Type="http://schemas.openxmlformats.org/officeDocument/2006/relationships/slideLayout" Target="../slideLayouts/slideLayout203.xml"/><Relationship Id="rId35" Type="http://schemas.openxmlformats.org/officeDocument/2006/relationships/slideLayout" Target="../slideLayouts/slideLayout208.xml"/><Relationship Id="rId43" Type="http://schemas.openxmlformats.org/officeDocument/2006/relationships/slideLayout" Target="../slideLayouts/slideLayout216.xml"/><Relationship Id="rId48" Type="http://schemas.openxmlformats.org/officeDocument/2006/relationships/slideLayout" Target="../slideLayouts/slideLayout221.xml"/><Relationship Id="rId56" Type="http://schemas.openxmlformats.org/officeDocument/2006/relationships/slideLayout" Target="../slideLayouts/slideLayout229.xml"/><Relationship Id="rId64" Type="http://schemas.openxmlformats.org/officeDocument/2006/relationships/slideLayout" Target="../slideLayouts/slideLayout237.xml"/><Relationship Id="rId69" Type="http://schemas.openxmlformats.org/officeDocument/2006/relationships/slideLayout" Target="../slideLayouts/slideLayout242.xml"/><Relationship Id="rId77" Type="http://schemas.openxmlformats.org/officeDocument/2006/relationships/slideLayout" Target="../slideLayouts/slideLayout250.xml"/><Relationship Id="rId8" Type="http://schemas.openxmlformats.org/officeDocument/2006/relationships/slideLayout" Target="../slideLayouts/slideLayout181.xml"/><Relationship Id="rId51" Type="http://schemas.openxmlformats.org/officeDocument/2006/relationships/slideLayout" Target="../slideLayouts/slideLayout224.xml"/><Relationship Id="rId72" Type="http://schemas.openxmlformats.org/officeDocument/2006/relationships/slideLayout" Target="../slideLayouts/slideLayout245.xml"/><Relationship Id="rId80" Type="http://schemas.openxmlformats.org/officeDocument/2006/relationships/slideLayout" Target="../slideLayouts/slideLayout253.xml"/><Relationship Id="rId3" Type="http://schemas.openxmlformats.org/officeDocument/2006/relationships/slideLayout" Target="../slideLayouts/slideLayout176.xml"/><Relationship Id="rId12" Type="http://schemas.openxmlformats.org/officeDocument/2006/relationships/slideLayout" Target="../slideLayouts/slideLayout185.xml"/><Relationship Id="rId17" Type="http://schemas.openxmlformats.org/officeDocument/2006/relationships/slideLayout" Target="../slideLayouts/slideLayout190.xml"/><Relationship Id="rId25" Type="http://schemas.openxmlformats.org/officeDocument/2006/relationships/slideLayout" Target="../slideLayouts/slideLayout198.xml"/><Relationship Id="rId33" Type="http://schemas.openxmlformats.org/officeDocument/2006/relationships/slideLayout" Target="../slideLayouts/slideLayout206.xml"/><Relationship Id="rId38" Type="http://schemas.openxmlformats.org/officeDocument/2006/relationships/slideLayout" Target="../slideLayouts/slideLayout211.xml"/><Relationship Id="rId46" Type="http://schemas.openxmlformats.org/officeDocument/2006/relationships/slideLayout" Target="../slideLayouts/slideLayout219.xml"/><Relationship Id="rId59" Type="http://schemas.openxmlformats.org/officeDocument/2006/relationships/slideLayout" Target="../slideLayouts/slideLayout232.xml"/><Relationship Id="rId67" Type="http://schemas.openxmlformats.org/officeDocument/2006/relationships/slideLayout" Target="../slideLayouts/slideLayout240.xml"/><Relationship Id="rId20" Type="http://schemas.openxmlformats.org/officeDocument/2006/relationships/slideLayout" Target="../slideLayouts/slideLayout193.xml"/><Relationship Id="rId41" Type="http://schemas.openxmlformats.org/officeDocument/2006/relationships/slideLayout" Target="../slideLayouts/slideLayout214.xml"/><Relationship Id="rId54" Type="http://schemas.openxmlformats.org/officeDocument/2006/relationships/slideLayout" Target="../slideLayouts/slideLayout227.xml"/><Relationship Id="rId62" Type="http://schemas.openxmlformats.org/officeDocument/2006/relationships/slideLayout" Target="../slideLayouts/slideLayout235.xml"/><Relationship Id="rId70" Type="http://schemas.openxmlformats.org/officeDocument/2006/relationships/slideLayout" Target="../slideLayouts/slideLayout243.xml"/><Relationship Id="rId75" Type="http://schemas.openxmlformats.org/officeDocument/2006/relationships/slideLayout" Target="../slideLayouts/slideLayout248.xml"/><Relationship Id="rId1" Type="http://schemas.openxmlformats.org/officeDocument/2006/relationships/slideLayout" Target="../slideLayouts/slideLayout174.xml"/><Relationship Id="rId6" Type="http://schemas.openxmlformats.org/officeDocument/2006/relationships/slideLayout" Target="../slideLayouts/slideLayout179.xml"/><Relationship Id="rId15" Type="http://schemas.openxmlformats.org/officeDocument/2006/relationships/slideLayout" Target="../slideLayouts/slideLayout188.xml"/><Relationship Id="rId23" Type="http://schemas.openxmlformats.org/officeDocument/2006/relationships/slideLayout" Target="../slideLayouts/slideLayout196.xml"/><Relationship Id="rId28" Type="http://schemas.openxmlformats.org/officeDocument/2006/relationships/slideLayout" Target="../slideLayouts/slideLayout201.xml"/><Relationship Id="rId36" Type="http://schemas.openxmlformats.org/officeDocument/2006/relationships/slideLayout" Target="../slideLayouts/slideLayout209.xml"/><Relationship Id="rId49" Type="http://schemas.openxmlformats.org/officeDocument/2006/relationships/slideLayout" Target="../slideLayouts/slideLayout222.xml"/><Relationship Id="rId57" Type="http://schemas.openxmlformats.org/officeDocument/2006/relationships/slideLayout" Target="../slideLayouts/slideLayout230.xml"/><Relationship Id="rId10" Type="http://schemas.openxmlformats.org/officeDocument/2006/relationships/slideLayout" Target="../slideLayouts/slideLayout183.xml"/><Relationship Id="rId31" Type="http://schemas.openxmlformats.org/officeDocument/2006/relationships/slideLayout" Target="../slideLayouts/slideLayout204.xml"/><Relationship Id="rId44" Type="http://schemas.openxmlformats.org/officeDocument/2006/relationships/slideLayout" Target="../slideLayouts/slideLayout217.xml"/><Relationship Id="rId52" Type="http://schemas.openxmlformats.org/officeDocument/2006/relationships/slideLayout" Target="../slideLayouts/slideLayout225.xml"/><Relationship Id="rId60" Type="http://schemas.openxmlformats.org/officeDocument/2006/relationships/slideLayout" Target="../slideLayouts/slideLayout233.xml"/><Relationship Id="rId65" Type="http://schemas.openxmlformats.org/officeDocument/2006/relationships/slideLayout" Target="../slideLayouts/slideLayout238.xml"/><Relationship Id="rId73" Type="http://schemas.openxmlformats.org/officeDocument/2006/relationships/slideLayout" Target="../slideLayouts/slideLayout246.xml"/><Relationship Id="rId78" Type="http://schemas.openxmlformats.org/officeDocument/2006/relationships/slideLayout" Target="../slideLayouts/slideLayout251.xml"/><Relationship Id="rId81" Type="http://schemas.openxmlformats.org/officeDocument/2006/relationships/slideLayout" Target="../slideLayouts/slideLayout254.xml"/><Relationship Id="rId4" Type="http://schemas.openxmlformats.org/officeDocument/2006/relationships/slideLayout" Target="../slideLayouts/slideLayout177.xml"/><Relationship Id="rId9" Type="http://schemas.openxmlformats.org/officeDocument/2006/relationships/slideLayout" Target="../slideLayouts/slideLayout182.xml"/><Relationship Id="rId13" Type="http://schemas.openxmlformats.org/officeDocument/2006/relationships/slideLayout" Target="../slideLayouts/slideLayout186.xml"/><Relationship Id="rId18" Type="http://schemas.openxmlformats.org/officeDocument/2006/relationships/slideLayout" Target="../slideLayouts/slideLayout191.xml"/><Relationship Id="rId39" Type="http://schemas.openxmlformats.org/officeDocument/2006/relationships/slideLayout" Target="../slideLayouts/slideLayout212.xml"/><Relationship Id="rId34" Type="http://schemas.openxmlformats.org/officeDocument/2006/relationships/slideLayout" Target="../slideLayouts/slideLayout207.xml"/><Relationship Id="rId50" Type="http://schemas.openxmlformats.org/officeDocument/2006/relationships/slideLayout" Target="../slideLayouts/slideLayout223.xml"/><Relationship Id="rId55" Type="http://schemas.openxmlformats.org/officeDocument/2006/relationships/slideLayout" Target="../slideLayouts/slideLayout228.xml"/><Relationship Id="rId76" Type="http://schemas.openxmlformats.org/officeDocument/2006/relationships/slideLayout" Target="../slideLayouts/slideLayout249.xml"/><Relationship Id="rId7" Type="http://schemas.openxmlformats.org/officeDocument/2006/relationships/slideLayout" Target="../slideLayouts/slideLayout180.xml"/><Relationship Id="rId71" Type="http://schemas.openxmlformats.org/officeDocument/2006/relationships/slideLayout" Target="../slideLayouts/slideLayout244.xml"/><Relationship Id="rId2" Type="http://schemas.openxmlformats.org/officeDocument/2006/relationships/slideLayout" Target="../slideLayouts/slideLayout175.xml"/><Relationship Id="rId29" Type="http://schemas.openxmlformats.org/officeDocument/2006/relationships/slideLayout" Target="../slideLayouts/slideLayout202.xml"/><Relationship Id="rId24" Type="http://schemas.openxmlformats.org/officeDocument/2006/relationships/slideLayout" Target="../slideLayouts/slideLayout197.xml"/><Relationship Id="rId40" Type="http://schemas.openxmlformats.org/officeDocument/2006/relationships/slideLayout" Target="../slideLayouts/slideLayout213.xml"/><Relationship Id="rId45" Type="http://schemas.openxmlformats.org/officeDocument/2006/relationships/slideLayout" Target="../slideLayouts/slideLayout218.xml"/><Relationship Id="rId66" Type="http://schemas.openxmlformats.org/officeDocument/2006/relationships/slideLayout" Target="../slideLayouts/slideLayout2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911" r:id="rId5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78" r:id="rId14"/>
    <p:sldLayoutId id="2147483779" r:id="rId15"/>
    <p:sldLayoutId id="2147483780" r:id="rId16"/>
    <p:sldLayoutId id="2147483781" r:id="rId17"/>
    <p:sldLayoutId id="2147483782" r:id="rId18"/>
    <p:sldLayoutId id="2147483783" r:id="rId19"/>
    <p:sldLayoutId id="2147483784" r:id="rId20"/>
    <p:sldLayoutId id="2147483785" r:id="rId21"/>
    <p:sldLayoutId id="2147483786" r:id="rId22"/>
    <p:sldLayoutId id="2147483787" r:id="rId23"/>
    <p:sldLayoutId id="2147483788" r:id="rId24"/>
    <p:sldLayoutId id="2147483789" r:id="rId25"/>
    <p:sldLayoutId id="2147483790" r:id="rId26"/>
    <p:sldLayoutId id="2147483791" r:id="rId27"/>
    <p:sldLayoutId id="2147483792" r:id="rId28"/>
    <p:sldLayoutId id="2147483793" r:id="rId29"/>
    <p:sldLayoutId id="2147483794" r:id="rId30"/>
    <p:sldLayoutId id="2147483795" r:id="rId31"/>
    <p:sldLayoutId id="2147483796" r:id="rId32"/>
    <p:sldLayoutId id="2147483797" r:id="rId33"/>
    <p:sldLayoutId id="2147483798" r:id="rId34"/>
    <p:sldLayoutId id="2147483799" r:id="rId35"/>
    <p:sldLayoutId id="2147483800" r:id="rId36"/>
    <p:sldLayoutId id="2147483801" r:id="rId37"/>
    <p:sldLayoutId id="2147483802" r:id="rId38"/>
    <p:sldLayoutId id="2147483803" r:id="rId39"/>
    <p:sldLayoutId id="2147483804" r:id="rId40"/>
    <p:sldLayoutId id="2147483805" r:id="rId41"/>
    <p:sldLayoutId id="2147483806" r:id="rId42"/>
    <p:sldLayoutId id="2147483807" r:id="rId43"/>
    <p:sldLayoutId id="2147483808" r:id="rId44"/>
    <p:sldLayoutId id="2147483809" r:id="rId45"/>
    <p:sldLayoutId id="2147483810" r:id="rId46"/>
    <p:sldLayoutId id="2147483811" r:id="rId47"/>
    <p:sldLayoutId id="2147483812" r:id="rId48"/>
    <p:sldLayoutId id="2147483813" r:id="rId49"/>
    <p:sldLayoutId id="2147483814" r:id="rId50"/>
    <p:sldLayoutId id="2147483815" r:id="rId51"/>
    <p:sldLayoutId id="2147483816" r:id="rId52"/>
    <p:sldLayoutId id="2147483817" r:id="rId53"/>
    <p:sldLayoutId id="2147483818" r:id="rId54"/>
    <p:sldLayoutId id="2147483819" r:id="rId55"/>
    <p:sldLayoutId id="2147483820" r:id="rId56"/>
    <p:sldLayoutId id="2147483821" r:id="rId57"/>
    <p:sldLayoutId id="2147483822" r:id="rId58"/>
    <p:sldLayoutId id="2147483823" r:id="rId5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  <p:sldLayoutId id="2147483842" r:id="rId18"/>
    <p:sldLayoutId id="2147483843" r:id="rId19"/>
    <p:sldLayoutId id="2147483844" r:id="rId20"/>
    <p:sldLayoutId id="2147483845" r:id="rId21"/>
    <p:sldLayoutId id="2147483846" r:id="rId22"/>
    <p:sldLayoutId id="2147483847" r:id="rId23"/>
    <p:sldLayoutId id="2147483848" r:id="rId24"/>
    <p:sldLayoutId id="2147483849" r:id="rId25"/>
    <p:sldLayoutId id="2147483850" r:id="rId26"/>
    <p:sldLayoutId id="2147483851" r:id="rId27"/>
    <p:sldLayoutId id="2147483852" r:id="rId28"/>
    <p:sldLayoutId id="2147483853" r:id="rId29"/>
    <p:sldLayoutId id="2147483854" r:id="rId30"/>
    <p:sldLayoutId id="2147483855" r:id="rId31"/>
    <p:sldLayoutId id="2147483856" r:id="rId32"/>
    <p:sldLayoutId id="2147483857" r:id="rId33"/>
    <p:sldLayoutId id="2147483858" r:id="rId34"/>
    <p:sldLayoutId id="2147483859" r:id="rId35"/>
    <p:sldLayoutId id="2147483860" r:id="rId36"/>
    <p:sldLayoutId id="2147483861" r:id="rId37"/>
    <p:sldLayoutId id="2147483862" r:id="rId38"/>
    <p:sldLayoutId id="2147483863" r:id="rId39"/>
    <p:sldLayoutId id="2147483864" r:id="rId40"/>
    <p:sldLayoutId id="2147483865" r:id="rId41"/>
    <p:sldLayoutId id="2147483866" r:id="rId42"/>
    <p:sldLayoutId id="2147483867" r:id="rId43"/>
    <p:sldLayoutId id="2147483868" r:id="rId44"/>
    <p:sldLayoutId id="2147483869" r:id="rId45"/>
    <p:sldLayoutId id="2147483870" r:id="rId46"/>
    <p:sldLayoutId id="2147483871" r:id="rId47"/>
    <p:sldLayoutId id="2147483872" r:id="rId48"/>
    <p:sldLayoutId id="2147483873" r:id="rId49"/>
    <p:sldLayoutId id="2147483874" r:id="rId50"/>
    <p:sldLayoutId id="2147483875" r:id="rId51"/>
    <p:sldLayoutId id="2147483876" r:id="rId52"/>
    <p:sldLayoutId id="2147483877" r:id="rId53"/>
    <p:sldLayoutId id="2147483878" r:id="rId54"/>
    <p:sldLayoutId id="2147483879" r:id="rId55"/>
    <p:sldLayoutId id="2147483880" r:id="rId56"/>
    <p:sldLayoutId id="2147483881" r:id="rId57"/>
    <p:sldLayoutId id="2147483882" r:id="rId58"/>
    <p:sldLayoutId id="2147483883" r:id="rId59"/>
    <p:sldLayoutId id="2147483884" r:id="rId60"/>
    <p:sldLayoutId id="2147483885" r:id="rId61"/>
    <p:sldLayoutId id="2147483886" r:id="rId62"/>
    <p:sldLayoutId id="2147483887" r:id="rId63"/>
    <p:sldLayoutId id="2147483888" r:id="rId64"/>
    <p:sldLayoutId id="2147483889" r:id="rId65"/>
    <p:sldLayoutId id="2147483890" r:id="rId66"/>
    <p:sldLayoutId id="2147483891" r:id="rId67"/>
    <p:sldLayoutId id="2147483892" r:id="rId68"/>
    <p:sldLayoutId id="2147483893" r:id="rId69"/>
    <p:sldLayoutId id="2147483894" r:id="rId70"/>
    <p:sldLayoutId id="2147483895" r:id="rId71"/>
    <p:sldLayoutId id="2147483896" r:id="rId72"/>
    <p:sldLayoutId id="2147483898" r:id="rId73"/>
    <p:sldLayoutId id="2147483899" r:id="rId74"/>
    <p:sldLayoutId id="2147483900" r:id="rId75"/>
    <p:sldLayoutId id="2147483901" r:id="rId76"/>
    <p:sldLayoutId id="2147483902" r:id="rId77"/>
    <p:sldLayoutId id="2147483903" r:id="rId78"/>
    <p:sldLayoutId id="2147483904" r:id="rId79"/>
    <p:sldLayoutId id="2147483905" r:id="rId80"/>
    <p:sldLayoutId id="2147483906" r:id="rId8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38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2.xml"/><Relationship Id="rId5" Type="http://schemas.openxmlformats.org/officeDocument/2006/relationships/image" Target="../media/image43.emf"/><Relationship Id="rId4" Type="http://schemas.openxmlformats.org/officeDocument/2006/relationships/image" Target="../media/image4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0.xml"/><Relationship Id="rId4" Type="http://schemas.openxmlformats.org/officeDocument/2006/relationships/image" Target="../media/image45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0.xml"/><Relationship Id="rId4" Type="http://schemas.openxmlformats.org/officeDocument/2006/relationships/image" Target="../media/image45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0.xml"/><Relationship Id="rId4" Type="http://schemas.openxmlformats.org/officeDocument/2006/relationships/image" Target="../media/image45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pt-BR/docs/Web/JavaScript/Guide/Control_flow_and_error_handl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oomberglinea.com.br/negocios/automacao-dos-supermercados-chega-a-prateleira-com-etiqueta-para-localizar-produtos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5.xml"/><Relationship Id="rId4" Type="http://schemas.openxmlformats.org/officeDocument/2006/relationships/hyperlink" Target="https://developer.mozilla.org/pt-BR/docs/Web/JavaScript/Guide/Control_flow_and_error_handling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7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7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7.xml"/><Relationship Id="rId6" Type="http://schemas.openxmlformats.org/officeDocument/2006/relationships/image" Target="../media/image47.png"/><Relationship Id="rId5" Type="http://schemas.openxmlformats.org/officeDocument/2006/relationships/image" Target="../media/image52.svg"/><Relationship Id="rId4" Type="http://schemas.openxmlformats.org/officeDocument/2006/relationships/image" Target="../media/image51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Google Shape;2720;p265"/>
          <p:cNvSpPr txBox="1"/>
          <p:nvPr/>
        </p:nvSpPr>
        <p:spPr>
          <a:xfrm>
            <a:off x="854834" y="2074790"/>
            <a:ext cx="6814800" cy="4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8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800" b="1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1" name="Google Shape;2721;p265"/>
          <p:cNvSpPr txBox="1"/>
          <p:nvPr/>
        </p:nvSpPr>
        <p:spPr>
          <a:xfrm>
            <a:off x="854834" y="3597955"/>
            <a:ext cx="6814747" cy="3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SISANO1C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4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23</a:t>
            </a:r>
            <a:r>
              <a:rPr lang="pt-BR" sz="2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2" name="Google Shape;2722;p265"/>
          <p:cNvSpPr txBox="1"/>
          <p:nvPr/>
        </p:nvSpPr>
        <p:spPr>
          <a:xfrm>
            <a:off x="775421" y="1189780"/>
            <a:ext cx="6973626" cy="535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23" name="Google Shape;2723;p265"/>
          <p:cNvSpPr txBox="1"/>
          <p:nvPr/>
        </p:nvSpPr>
        <p:spPr>
          <a:xfrm>
            <a:off x="854861" y="2902997"/>
            <a:ext cx="6814747" cy="380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pt-BR" sz="2200" dirty="0">
                <a:solidFill>
                  <a:srgbClr val="BFBFB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Aula 1: De critérios a regras de classificação</a:t>
            </a:r>
            <a:endParaRPr sz="2200" b="0" i="0" u="none" strike="noStrike" cap="none" dirty="0">
              <a:solidFill>
                <a:srgbClr val="BFBFB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71441465-D1C3-5838-A27A-FA1E90D78FCA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99" r="949"/>
          <a:stretch/>
        </p:blipFill>
        <p:spPr>
          <a:xfrm>
            <a:off x="-5171" y="1336655"/>
            <a:ext cx="12197171" cy="4987270"/>
          </a:xfrm>
          <a:prstGeom prst="rect">
            <a:avLst/>
          </a:prstGeom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810FFF6-F888-B091-434D-C0B1344932FC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Google Shape;329;p3">
            <a:extLst>
              <a:ext uri="{FF2B5EF4-FFF2-40B4-BE49-F238E27FC236}">
                <a16:creationId xmlns:a16="http://schemas.microsoft.com/office/drawing/2014/main" id="{F66C290C-4D07-17AC-FD71-B15D8348B9A0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EF1C8068-D15B-249D-5925-9F222A7856E9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331;p3">
            <a:extLst>
              <a:ext uri="{FF2B5EF4-FFF2-40B4-BE49-F238E27FC236}">
                <a16:creationId xmlns:a16="http://schemas.microsoft.com/office/drawing/2014/main" id="{5A92E69E-15C6-669C-087E-A7151D78E31F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A3BF9640-8C7D-11F7-AA76-6CF2F5DB221B}"/>
              </a:ext>
            </a:extLst>
          </p:cNvPr>
          <p:cNvGrpSpPr/>
          <p:nvPr/>
        </p:nvGrpSpPr>
        <p:grpSpPr>
          <a:xfrm>
            <a:off x="587293" y="1657363"/>
            <a:ext cx="10504271" cy="4353397"/>
            <a:chOff x="880938" y="2486044"/>
            <a:chExt cx="15756407" cy="6530095"/>
          </a:xfrm>
          <a:solidFill>
            <a:srgbClr val="28566E"/>
          </a:solidFill>
        </p:grpSpPr>
        <p:sp>
          <p:nvSpPr>
            <p:cNvPr id="8" name="Google Shape;290;p3">
              <a:extLst>
                <a:ext uri="{FF2B5EF4-FFF2-40B4-BE49-F238E27FC236}">
                  <a16:creationId xmlns:a16="http://schemas.microsoft.com/office/drawing/2014/main" id="{869D7D20-101A-087E-4612-26AD608E576E}"/>
                </a:ext>
              </a:extLst>
            </p:cNvPr>
            <p:cNvSpPr/>
            <p:nvPr/>
          </p:nvSpPr>
          <p:spPr>
            <a:xfrm>
              <a:off x="880938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91;p3">
              <a:extLst>
                <a:ext uri="{FF2B5EF4-FFF2-40B4-BE49-F238E27FC236}">
                  <a16:creationId xmlns:a16="http://schemas.microsoft.com/office/drawing/2014/main" id="{A0DAA95C-4AFD-6C62-05CB-6EB59A061D47}"/>
                </a:ext>
              </a:extLst>
            </p:cNvPr>
            <p:cNvSpPr/>
            <p:nvPr/>
          </p:nvSpPr>
          <p:spPr>
            <a:xfrm>
              <a:off x="2332293" y="819417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92;p3">
              <a:extLst>
                <a:ext uri="{FF2B5EF4-FFF2-40B4-BE49-F238E27FC236}">
                  <a16:creationId xmlns:a16="http://schemas.microsoft.com/office/drawing/2014/main" id="{D5802D08-CABD-EF65-F5F3-235C514BFC0E}"/>
                </a:ext>
              </a:extLst>
            </p:cNvPr>
            <p:cNvSpPr/>
            <p:nvPr/>
          </p:nvSpPr>
          <p:spPr>
            <a:xfrm>
              <a:off x="3751845" y="8108805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94;p3">
              <a:extLst>
                <a:ext uri="{FF2B5EF4-FFF2-40B4-BE49-F238E27FC236}">
                  <a16:creationId xmlns:a16="http://schemas.microsoft.com/office/drawing/2014/main" id="{F7E9FC2F-D8D1-C98C-1016-9177FFC2B626}"/>
                </a:ext>
              </a:extLst>
            </p:cNvPr>
            <p:cNvSpPr/>
            <p:nvPr/>
          </p:nvSpPr>
          <p:spPr>
            <a:xfrm rot="-3438299">
              <a:off x="5201643" y="5679995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95;p3">
              <a:extLst>
                <a:ext uri="{FF2B5EF4-FFF2-40B4-BE49-F238E27FC236}">
                  <a16:creationId xmlns:a16="http://schemas.microsoft.com/office/drawing/2014/main" id="{A8222719-4DB7-5021-991B-3548693E2D6C}"/>
                </a:ext>
              </a:extLst>
            </p:cNvPr>
            <p:cNvSpPr/>
            <p:nvPr/>
          </p:nvSpPr>
          <p:spPr>
            <a:xfrm rot="-911770">
              <a:off x="6624186" y="5419662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96;p3">
              <a:extLst>
                <a:ext uri="{FF2B5EF4-FFF2-40B4-BE49-F238E27FC236}">
                  <a16:creationId xmlns:a16="http://schemas.microsoft.com/office/drawing/2014/main" id="{732BEBFC-A267-6FE6-F178-B64309539FC8}"/>
                </a:ext>
              </a:extLst>
            </p:cNvPr>
            <p:cNvSpPr/>
            <p:nvPr/>
          </p:nvSpPr>
          <p:spPr>
            <a:xfrm rot="-911770">
              <a:off x="7693774" y="475130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97;p3">
              <a:extLst>
                <a:ext uri="{FF2B5EF4-FFF2-40B4-BE49-F238E27FC236}">
                  <a16:creationId xmlns:a16="http://schemas.microsoft.com/office/drawing/2014/main" id="{953CCAD9-B2CF-D719-975A-67DB96EF99D0}"/>
                </a:ext>
              </a:extLst>
            </p:cNvPr>
            <p:cNvSpPr/>
            <p:nvPr/>
          </p:nvSpPr>
          <p:spPr>
            <a:xfrm rot="8953789">
              <a:off x="10518635" y="248604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99;p3">
              <a:extLst>
                <a:ext uri="{FF2B5EF4-FFF2-40B4-BE49-F238E27FC236}">
                  <a16:creationId xmlns:a16="http://schemas.microsoft.com/office/drawing/2014/main" id="{441EC511-D488-BD45-94B0-132885897A0D}"/>
                </a:ext>
              </a:extLst>
            </p:cNvPr>
            <p:cNvSpPr/>
            <p:nvPr/>
          </p:nvSpPr>
          <p:spPr>
            <a:xfrm rot="8953789">
              <a:off x="8026134" y="3148394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00;p3">
              <a:extLst>
                <a:ext uri="{FF2B5EF4-FFF2-40B4-BE49-F238E27FC236}">
                  <a16:creationId xmlns:a16="http://schemas.microsoft.com/office/drawing/2014/main" id="{4C6082D1-E037-03FF-F316-B57796A21477}"/>
                </a:ext>
              </a:extLst>
            </p:cNvPr>
            <p:cNvSpPr/>
            <p:nvPr/>
          </p:nvSpPr>
          <p:spPr>
            <a:xfrm rot="-4951757">
              <a:off x="11180603" y="650909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01;p3">
              <a:extLst>
                <a:ext uri="{FF2B5EF4-FFF2-40B4-BE49-F238E27FC236}">
                  <a16:creationId xmlns:a16="http://schemas.microsoft.com/office/drawing/2014/main" id="{678338C0-E8C6-FE66-A100-60BABB5F6B0E}"/>
                </a:ext>
              </a:extLst>
            </p:cNvPr>
            <p:cNvSpPr/>
            <p:nvPr/>
          </p:nvSpPr>
          <p:spPr>
            <a:xfrm rot="-4951757">
              <a:off x="11209817" y="5070056"/>
              <a:ext cx="315786" cy="31578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304;p3">
              <a:extLst>
                <a:ext uri="{FF2B5EF4-FFF2-40B4-BE49-F238E27FC236}">
                  <a16:creationId xmlns:a16="http://schemas.microsoft.com/office/drawing/2014/main" id="{9B1386AB-6715-6674-786A-078C9575191B}"/>
                </a:ext>
              </a:extLst>
            </p:cNvPr>
            <p:cNvSpPr/>
            <p:nvPr/>
          </p:nvSpPr>
          <p:spPr>
            <a:xfrm rot="-2290074">
              <a:off x="13545995" y="8700353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305;p3">
              <a:extLst>
                <a:ext uri="{FF2B5EF4-FFF2-40B4-BE49-F238E27FC236}">
                  <a16:creationId xmlns:a16="http://schemas.microsoft.com/office/drawing/2014/main" id="{E168AA26-6573-6652-3A0B-0687D3F7FBCB}"/>
                </a:ext>
              </a:extLst>
            </p:cNvPr>
            <p:cNvSpPr/>
            <p:nvPr/>
          </p:nvSpPr>
          <p:spPr>
            <a:xfrm rot="-2290074">
              <a:off x="14277272" y="752483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306;p3">
              <a:extLst>
                <a:ext uri="{FF2B5EF4-FFF2-40B4-BE49-F238E27FC236}">
                  <a16:creationId xmlns:a16="http://schemas.microsoft.com/office/drawing/2014/main" id="{186336CD-C6A5-7914-E2B9-F2D953E19F35}"/>
                </a:ext>
              </a:extLst>
            </p:cNvPr>
            <p:cNvSpPr/>
            <p:nvPr/>
          </p:nvSpPr>
          <p:spPr>
            <a:xfrm rot="5404380">
              <a:off x="11261456" y="7971407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07;p3">
              <a:extLst>
                <a:ext uri="{FF2B5EF4-FFF2-40B4-BE49-F238E27FC236}">
                  <a16:creationId xmlns:a16="http://schemas.microsoft.com/office/drawing/2014/main" id="{94D10159-A660-5948-0C53-7DF0C5982A63}"/>
                </a:ext>
              </a:extLst>
            </p:cNvPr>
            <p:cNvSpPr/>
            <p:nvPr/>
          </p:nvSpPr>
          <p:spPr>
            <a:xfrm rot="4160691">
              <a:off x="14897363" y="4884671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10;p3">
              <a:extLst>
                <a:ext uri="{FF2B5EF4-FFF2-40B4-BE49-F238E27FC236}">
                  <a16:creationId xmlns:a16="http://schemas.microsoft.com/office/drawing/2014/main" id="{D35361FE-B114-C1F5-EB7D-8C0BAB20154F}"/>
                </a:ext>
              </a:extLst>
            </p:cNvPr>
            <p:cNvSpPr/>
            <p:nvPr/>
          </p:nvSpPr>
          <p:spPr>
            <a:xfrm rot="-9744855">
              <a:off x="16321559" y="4758488"/>
              <a:ext cx="315786" cy="315786"/>
            </a:xfrm>
            <a:prstGeom prst="ellipse">
              <a:avLst/>
            </a:prstGeom>
            <a:grpFill/>
            <a:ln>
              <a:noFill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 algn="ctr">
                <a:buSzPts val="2700"/>
              </a:pPr>
              <a:endParaRPr sz="1800">
                <a:solidFill>
                  <a:srgbClr val="E38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" name="Google Shape;298;p3">
            <a:extLst>
              <a:ext uri="{FF2B5EF4-FFF2-40B4-BE49-F238E27FC236}">
                <a16:creationId xmlns:a16="http://schemas.microsoft.com/office/drawing/2014/main" id="{621351B6-A56D-DF93-7413-0AE5549DC584}"/>
              </a:ext>
            </a:extLst>
          </p:cNvPr>
          <p:cNvSpPr/>
          <p:nvPr/>
        </p:nvSpPr>
        <p:spPr>
          <a:xfrm rot="8953789">
            <a:off x="6038168" y="1499766"/>
            <a:ext cx="210524" cy="210524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303;p3">
            <a:extLst>
              <a:ext uri="{FF2B5EF4-FFF2-40B4-BE49-F238E27FC236}">
                <a16:creationId xmlns:a16="http://schemas.microsoft.com/office/drawing/2014/main" id="{D04B5FE1-041C-F872-AEE9-432D09E5884C}"/>
              </a:ext>
            </a:extLst>
          </p:cNvPr>
          <p:cNvSpPr/>
          <p:nvPr/>
        </p:nvSpPr>
        <p:spPr>
          <a:xfrm rot="-2290074">
            <a:off x="8128877" y="5906090"/>
            <a:ext cx="210524" cy="2105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311;p3">
            <a:extLst>
              <a:ext uri="{FF2B5EF4-FFF2-40B4-BE49-F238E27FC236}">
                <a16:creationId xmlns:a16="http://schemas.microsoft.com/office/drawing/2014/main" id="{15B77D35-97E3-8407-A70E-4562217BD345}"/>
              </a:ext>
            </a:extLst>
          </p:cNvPr>
          <p:cNvSpPr/>
          <p:nvPr/>
        </p:nvSpPr>
        <p:spPr>
          <a:xfrm>
            <a:off x="2312065" y="3655792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312;p3">
            <a:extLst>
              <a:ext uri="{FF2B5EF4-FFF2-40B4-BE49-F238E27FC236}">
                <a16:creationId xmlns:a16="http://schemas.microsoft.com/office/drawing/2014/main" id="{C6847EA1-C8C6-3745-3CFF-6B6F39CFC295}"/>
              </a:ext>
            </a:extLst>
          </p:cNvPr>
          <p:cNvCxnSpPr>
            <a:cxnSpLocks/>
            <a:stCxn id="25" idx="4"/>
          </p:cNvCxnSpPr>
          <p:nvPr/>
        </p:nvCxnSpPr>
        <p:spPr>
          <a:xfrm>
            <a:off x="2580112" y="4191885"/>
            <a:ext cx="89" cy="1323283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7" name="Google Shape;315;p3">
            <a:extLst>
              <a:ext uri="{FF2B5EF4-FFF2-40B4-BE49-F238E27FC236}">
                <a16:creationId xmlns:a16="http://schemas.microsoft.com/office/drawing/2014/main" id="{965AB694-6BA4-78DE-93DC-53A624E91A20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7013622" y="5998830"/>
            <a:ext cx="1116003" cy="15420"/>
          </a:xfrm>
          <a:prstGeom prst="straightConnector1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317;p3">
            <a:extLst>
              <a:ext uri="{FF2B5EF4-FFF2-40B4-BE49-F238E27FC236}">
                <a16:creationId xmlns:a16="http://schemas.microsoft.com/office/drawing/2014/main" id="{D86EE152-FEDD-E818-D68B-C326D21ED8F3}"/>
              </a:ext>
            </a:extLst>
          </p:cNvPr>
          <p:cNvSpPr/>
          <p:nvPr/>
        </p:nvSpPr>
        <p:spPr>
          <a:xfrm>
            <a:off x="5888612" y="626626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19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318;p3">
            <a:extLst>
              <a:ext uri="{FF2B5EF4-FFF2-40B4-BE49-F238E27FC236}">
                <a16:creationId xmlns:a16="http://schemas.microsoft.com/office/drawing/2014/main" id="{D5C6DA2D-D96B-1D7A-A549-999EBF9EE0DD}"/>
              </a:ext>
            </a:extLst>
          </p:cNvPr>
          <p:cNvCxnSpPr>
            <a:cxnSpLocks/>
            <a:stCxn id="28" idx="4"/>
          </p:cNvCxnSpPr>
          <p:nvPr/>
        </p:nvCxnSpPr>
        <p:spPr>
          <a:xfrm flipH="1">
            <a:off x="6146127" y="1162719"/>
            <a:ext cx="10531" cy="54411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20;p3">
            <a:extLst>
              <a:ext uri="{FF2B5EF4-FFF2-40B4-BE49-F238E27FC236}">
                <a16:creationId xmlns:a16="http://schemas.microsoft.com/office/drawing/2014/main" id="{A92556FD-776A-C979-6A11-D7803BAA6011}"/>
              </a:ext>
            </a:extLst>
          </p:cNvPr>
          <p:cNvSpPr/>
          <p:nvPr/>
        </p:nvSpPr>
        <p:spPr>
          <a:xfrm>
            <a:off x="8032927" y="2418995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 dirty="0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21</a:t>
            </a:r>
            <a:endParaRPr sz="2000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21;p3">
            <a:extLst>
              <a:ext uri="{FF2B5EF4-FFF2-40B4-BE49-F238E27FC236}">
                <a16:creationId xmlns:a16="http://schemas.microsoft.com/office/drawing/2014/main" id="{DD91D90D-506C-9C69-4D69-D3568A16E33D}"/>
              </a:ext>
            </a:extLst>
          </p:cNvPr>
          <p:cNvCxnSpPr>
            <a:cxnSpLocks/>
            <a:stCxn id="30" idx="3"/>
            <a:endCxn id="17" idx="5"/>
          </p:cNvCxnSpPr>
          <p:nvPr/>
        </p:nvCxnSpPr>
        <p:spPr>
          <a:xfrm flipH="1">
            <a:off x="7661951" y="2876579"/>
            <a:ext cx="449485" cy="5445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3;p3">
            <a:extLst>
              <a:ext uri="{FF2B5EF4-FFF2-40B4-BE49-F238E27FC236}">
                <a16:creationId xmlns:a16="http://schemas.microsoft.com/office/drawing/2014/main" id="{43081A8E-CEB9-A4EF-4473-7448A6B06845}"/>
              </a:ext>
            </a:extLst>
          </p:cNvPr>
          <p:cNvSpPr txBox="1"/>
          <p:nvPr/>
        </p:nvSpPr>
        <p:spPr>
          <a:xfrm>
            <a:off x="9951605" y="4353148"/>
            <a:ext cx="1707841" cy="276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1800"/>
            </a:pPr>
            <a:r>
              <a:rPr lang="pt-BR" sz="1400" b="1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1400"/>
          </a:p>
        </p:txBody>
      </p:sp>
      <p:pic>
        <p:nvPicPr>
          <p:cNvPr id="33" name="Google Shape;324;p3">
            <a:extLst>
              <a:ext uri="{FF2B5EF4-FFF2-40B4-BE49-F238E27FC236}">
                <a16:creationId xmlns:a16="http://schemas.microsoft.com/office/drawing/2014/main" id="{B131BD08-5BCB-966F-89FD-50D2E009EAAE}"/>
              </a:ext>
            </a:extLst>
          </p:cNvPr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10165998" y="3582775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25;p3">
            <a:extLst>
              <a:ext uri="{FF2B5EF4-FFF2-40B4-BE49-F238E27FC236}">
                <a16:creationId xmlns:a16="http://schemas.microsoft.com/office/drawing/2014/main" id="{23CB367E-B9FC-068E-A302-F5C1D84B9829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2202113" y="344603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26;p3">
            <a:extLst>
              <a:ext uri="{FF2B5EF4-FFF2-40B4-BE49-F238E27FC236}">
                <a16:creationId xmlns:a16="http://schemas.microsoft.com/office/drawing/2014/main" id="{0A5C1060-4914-BD39-6813-59CECAF2DA0F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5770630" y="459082"/>
            <a:ext cx="595814" cy="351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27;p3">
            <a:extLst>
              <a:ext uri="{FF2B5EF4-FFF2-40B4-BE49-F238E27FC236}">
                <a16:creationId xmlns:a16="http://schemas.microsoft.com/office/drawing/2014/main" id="{503A8081-45D3-ECC7-FCD5-2D53C29F2B34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7913394" y="2264235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13;p3">
            <a:extLst>
              <a:ext uri="{FF2B5EF4-FFF2-40B4-BE49-F238E27FC236}">
                <a16:creationId xmlns:a16="http://schemas.microsoft.com/office/drawing/2014/main" id="{BA8AB0BB-CEF0-F514-EBDA-6761ABF9AC1A}"/>
              </a:ext>
            </a:extLst>
          </p:cNvPr>
          <p:cNvSpPr txBox="1"/>
          <p:nvPr/>
        </p:nvSpPr>
        <p:spPr>
          <a:xfrm>
            <a:off x="260174" y="3853307"/>
            <a:ext cx="2083089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latin typeface="Poppins"/>
                <a:ea typeface="Poppins Light"/>
                <a:cs typeface="Poppins"/>
                <a:sym typeface="Poppins Light"/>
              </a:rPr>
              <a:t>Funções e procedimentos – modularização I</a:t>
            </a:r>
            <a:endParaRPr lang="pt-BR" sz="1700" dirty="0">
              <a:latin typeface="Poppins"/>
              <a:cs typeface="Poppins"/>
            </a:endParaRPr>
          </a:p>
        </p:txBody>
      </p:sp>
      <p:sp>
        <p:nvSpPr>
          <p:cNvPr id="38" name="Google Shape;316;p3">
            <a:extLst>
              <a:ext uri="{FF2B5EF4-FFF2-40B4-BE49-F238E27FC236}">
                <a16:creationId xmlns:a16="http://schemas.microsoft.com/office/drawing/2014/main" id="{65381A14-A427-1076-D6DD-FBF65B7A9742}"/>
              </a:ext>
            </a:extLst>
          </p:cNvPr>
          <p:cNvSpPr txBox="1"/>
          <p:nvPr/>
        </p:nvSpPr>
        <p:spPr>
          <a:xfrm>
            <a:off x="4108077" y="5836005"/>
            <a:ext cx="2432456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Agenda e cadastros em memória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9" name="Google Shape;319;p3">
            <a:extLst>
              <a:ext uri="{FF2B5EF4-FFF2-40B4-BE49-F238E27FC236}">
                <a16:creationId xmlns:a16="http://schemas.microsoft.com/office/drawing/2014/main" id="{E0BA7294-C38A-4D39-88C1-22F873763396}"/>
              </a:ext>
            </a:extLst>
          </p:cNvPr>
          <p:cNvSpPr txBox="1"/>
          <p:nvPr/>
        </p:nvSpPr>
        <p:spPr>
          <a:xfrm>
            <a:off x="6479771" y="677492"/>
            <a:ext cx="3724381" cy="32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Manipulação de </a:t>
            </a:r>
            <a:r>
              <a:rPr lang="pt-BR" sz="1700" err="1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strings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0" name="Google Shape;322;p3">
            <a:extLst>
              <a:ext uri="{FF2B5EF4-FFF2-40B4-BE49-F238E27FC236}">
                <a16:creationId xmlns:a16="http://schemas.microsoft.com/office/drawing/2014/main" id="{1BD8E53D-4B67-26AB-F2CB-19504CE95577}"/>
              </a:ext>
            </a:extLst>
          </p:cNvPr>
          <p:cNvSpPr txBox="1"/>
          <p:nvPr/>
        </p:nvSpPr>
        <p:spPr>
          <a:xfrm>
            <a:off x="8610341" y="2345867"/>
            <a:ext cx="2756455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Programando com menu no terminal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1" name="Google Shape;317;p3">
            <a:extLst>
              <a:ext uri="{FF2B5EF4-FFF2-40B4-BE49-F238E27FC236}">
                <a16:creationId xmlns:a16="http://schemas.microsoft.com/office/drawing/2014/main" id="{59BB7FC5-E4D9-B7CF-63EB-13FBA9D734C2}"/>
              </a:ext>
            </a:extLst>
          </p:cNvPr>
          <p:cNvSpPr/>
          <p:nvPr/>
        </p:nvSpPr>
        <p:spPr>
          <a:xfrm>
            <a:off x="5231598" y="3949582"/>
            <a:ext cx="536093" cy="536093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326;p3">
            <a:extLst>
              <a:ext uri="{FF2B5EF4-FFF2-40B4-BE49-F238E27FC236}">
                <a16:creationId xmlns:a16="http://schemas.microsoft.com/office/drawing/2014/main" id="{4565AF1A-24C1-6018-E8EC-94842C1F5596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4305" y="3803711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319;p3">
            <a:extLst>
              <a:ext uri="{FF2B5EF4-FFF2-40B4-BE49-F238E27FC236}">
                <a16:creationId xmlns:a16="http://schemas.microsoft.com/office/drawing/2014/main" id="{2C82E4A7-B8F0-D021-06AA-5DB2B7B90909}"/>
              </a:ext>
            </a:extLst>
          </p:cNvPr>
          <p:cNvSpPr txBox="1"/>
          <p:nvPr/>
        </p:nvSpPr>
        <p:spPr>
          <a:xfrm>
            <a:off x="3526314" y="4362582"/>
            <a:ext cx="1886362" cy="846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 dirty="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Documentação, testes unitários e depuração</a:t>
            </a:r>
            <a:endParaRPr lang="pt-BR" sz="17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00D18264-179E-F55E-A5CE-93443C4FC959}"/>
              </a:ext>
            </a:extLst>
          </p:cNvPr>
          <p:cNvSpPr txBox="1"/>
          <p:nvPr/>
        </p:nvSpPr>
        <p:spPr>
          <a:xfrm>
            <a:off x="10404529" y="836909"/>
            <a:ext cx="0" cy="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45" name="Google Shape;332;p3">
            <a:extLst>
              <a:ext uri="{FF2B5EF4-FFF2-40B4-BE49-F238E27FC236}">
                <a16:creationId xmlns:a16="http://schemas.microsoft.com/office/drawing/2014/main" id="{0CDCA7D0-FFEB-4D57-1615-7E70DAAC4F22}"/>
              </a:ext>
            </a:extLst>
          </p:cNvPr>
          <p:cNvSpPr/>
          <p:nvPr/>
        </p:nvSpPr>
        <p:spPr>
          <a:xfrm>
            <a:off x="10318738" y="3740394"/>
            <a:ext cx="542302" cy="53609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23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333;p3">
            <a:extLst>
              <a:ext uri="{FF2B5EF4-FFF2-40B4-BE49-F238E27FC236}">
                <a16:creationId xmlns:a16="http://schemas.microsoft.com/office/drawing/2014/main" id="{C01BC356-72C4-0262-1694-661A7F108F33}"/>
              </a:ext>
            </a:extLst>
          </p:cNvPr>
          <p:cNvCxnSpPr>
            <a:cxnSpLocks/>
            <a:stCxn id="45" idx="2"/>
          </p:cNvCxnSpPr>
          <p:nvPr/>
        </p:nvCxnSpPr>
        <p:spPr>
          <a:xfrm flipH="1">
            <a:off x="9724301" y="4008441"/>
            <a:ext cx="594437" cy="12271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7" name="Google Shape;334;p3">
            <a:extLst>
              <a:ext uri="{FF2B5EF4-FFF2-40B4-BE49-F238E27FC236}">
                <a16:creationId xmlns:a16="http://schemas.microsoft.com/office/drawing/2014/main" id="{05D28DE0-B285-7252-D925-8783D9BF16F5}"/>
              </a:ext>
            </a:extLst>
          </p:cNvPr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-2744266">
            <a:off x="6515738" y="5521207"/>
            <a:ext cx="595814" cy="35174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335;p3">
            <a:extLst>
              <a:ext uri="{FF2B5EF4-FFF2-40B4-BE49-F238E27FC236}">
                <a16:creationId xmlns:a16="http://schemas.microsoft.com/office/drawing/2014/main" id="{3610EC55-98EA-5A69-684B-77E5928D755B}"/>
              </a:ext>
            </a:extLst>
          </p:cNvPr>
          <p:cNvSpPr txBox="1"/>
          <p:nvPr/>
        </p:nvSpPr>
        <p:spPr>
          <a:xfrm>
            <a:off x="9951605" y="4635157"/>
            <a:ext cx="2093879" cy="584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>
              <a:buSzPts val="2250"/>
            </a:pPr>
            <a:r>
              <a:rPr lang="pt-BR" sz="1700">
                <a:solidFill>
                  <a:schemeClr val="dk1"/>
                </a:solidFill>
                <a:latin typeface="Poppins" pitchFamily="2" charset="77"/>
                <a:ea typeface="Poppins Light"/>
                <a:cs typeface="Poppins" pitchFamily="2" charset="77"/>
                <a:sym typeface="Poppins Light"/>
              </a:rPr>
              <a:t>Médias, faixas e classificação</a:t>
            </a:r>
            <a:endParaRPr lang="pt-BR" sz="17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9" name="Google Shape;290;p3">
            <a:extLst>
              <a:ext uri="{FF2B5EF4-FFF2-40B4-BE49-F238E27FC236}">
                <a16:creationId xmlns:a16="http://schemas.microsoft.com/office/drawing/2014/main" id="{76C387CA-C83D-8C6C-8A26-1F116293472D}"/>
              </a:ext>
            </a:extLst>
          </p:cNvPr>
          <p:cNvSpPr/>
          <p:nvPr/>
        </p:nvSpPr>
        <p:spPr>
          <a:xfrm>
            <a:off x="3043617" y="4666677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321;p3">
            <a:extLst>
              <a:ext uri="{FF2B5EF4-FFF2-40B4-BE49-F238E27FC236}">
                <a16:creationId xmlns:a16="http://schemas.microsoft.com/office/drawing/2014/main" id="{991E9F05-88F9-D6CC-A0AD-064675E6FDEB}"/>
              </a:ext>
            </a:extLst>
          </p:cNvPr>
          <p:cNvCxnSpPr>
            <a:cxnSpLocks/>
            <a:stCxn id="12" idx="5"/>
          </p:cNvCxnSpPr>
          <p:nvPr/>
        </p:nvCxnSpPr>
        <p:spPr>
          <a:xfrm>
            <a:off x="4612726" y="3770688"/>
            <a:ext cx="649798" cy="36139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" name="Google Shape;290;p3">
            <a:extLst>
              <a:ext uri="{FF2B5EF4-FFF2-40B4-BE49-F238E27FC236}">
                <a16:creationId xmlns:a16="http://schemas.microsoft.com/office/drawing/2014/main" id="{35155218-1BDA-0F40-6FED-2456CEB6DD88}"/>
              </a:ext>
            </a:extLst>
          </p:cNvPr>
          <p:cNvSpPr/>
          <p:nvPr/>
        </p:nvSpPr>
        <p:spPr>
          <a:xfrm>
            <a:off x="7431894" y="2418120"/>
            <a:ext cx="210524" cy="210524"/>
          </a:xfrm>
          <a:prstGeom prst="ellipse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290;p3">
            <a:extLst>
              <a:ext uri="{FF2B5EF4-FFF2-40B4-BE49-F238E27FC236}">
                <a16:creationId xmlns:a16="http://schemas.microsoft.com/office/drawing/2014/main" id="{BCE75480-4F01-B268-6099-DBC86F2139ED}"/>
              </a:ext>
            </a:extLst>
          </p:cNvPr>
          <p:cNvSpPr/>
          <p:nvPr/>
        </p:nvSpPr>
        <p:spPr>
          <a:xfrm>
            <a:off x="9549440" y="3921948"/>
            <a:ext cx="210524" cy="210524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2700"/>
            </a:pPr>
            <a:endParaRPr sz="1800">
              <a:solidFill>
                <a:srgbClr val="E38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314;p3">
            <a:extLst>
              <a:ext uri="{FF2B5EF4-FFF2-40B4-BE49-F238E27FC236}">
                <a16:creationId xmlns:a16="http://schemas.microsoft.com/office/drawing/2014/main" id="{0506B1A2-A058-3BA1-57D9-51A9E20369FC}"/>
              </a:ext>
            </a:extLst>
          </p:cNvPr>
          <p:cNvSpPr/>
          <p:nvPr/>
        </p:nvSpPr>
        <p:spPr>
          <a:xfrm>
            <a:off x="6649008" y="5735630"/>
            <a:ext cx="536093" cy="536093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algn="ctr">
              <a:buSzPts val="2700"/>
            </a:pPr>
            <a:r>
              <a:rPr lang="pt-BR" sz="2000" b="1">
                <a:solidFill>
                  <a:srgbClr val="FFFFFF"/>
                </a:solidFill>
                <a:latin typeface="Poppins"/>
                <a:ea typeface="Calibri"/>
                <a:cs typeface="Poppins"/>
                <a:sym typeface="Poppins"/>
              </a:rPr>
              <a:t>22</a:t>
            </a:r>
            <a:endParaRPr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0" name="Google Shape;2770;p267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852"/>
          <a:stretch/>
        </p:blipFill>
        <p:spPr>
          <a:xfrm rot="-573652">
            <a:off x="5678584" y="2638764"/>
            <a:ext cx="8603297" cy="4647676"/>
          </a:xfrm>
          <a:prstGeom prst="rect">
            <a:avLst/>
          </a:prstGeom>
          <a:noFill/>
          <a:ln>
            <a:noFill/>
          </a:ln>
        </p:spPr>
      </p:pic>
      <p:sp>
        <p:nvSpPr>
          <p:cNvPr id="2771" name="Google Shape;2771;p267"/>
          <p:cNvSpPr/>
          <p:nvPr/>
        </p:nvSpPr>
        <p:spPr>
          <a:xfrm rot="-3438299">
            <a:off x="10617267" y="5326573"/>
            <a:ext cx="408000" cy="408000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267"/>
          <p:cNvSpPr/>
          <p:nvPr/>
        </p:nvSpPr>
        <p:spPr>
          <a:xfrm>
            <a:off x="9084502" y="3402930"/>
            <a:ext cx="1317209" cy="1317209"/>
          </a:xfrm>
          <a:prstGeom prst="ellipse">
            <a:avLst/>
          </a:prstGeom>
          <a:solidFill>
            <a:srgbClr val="FA161E"/>
          </a:solidFill>
          <a:ln>
            <a:noFill/>
          </a:ln>
        </p:spPr>
        <p:txBody>
          <a:bodyPr spcFirstLastPara="1" wrap="square" lIns="36000" tIns="36000" rIns="36000" bIns="36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23</a:t>
            </a:r>
            <a:endParaRPr sz="4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73" name="Google Shape;2773;p267"/>
          <p:cNvCxnSpPr/>
          <p:nvPr/>
        </p:nvCxnSpPr>
        <p:spPr>
          <a:xfrm>
            <a:off x="10016903" y="4528943"/>
            <a:ext cx="634075" cy="900448"/>
          </a:xfrm>
          <a:prstGeom prst="straightConnector1">
            <a:avLst/>
          </a:prstGeom>
          <a:noFill/>
          <a:ln w="9525" cap="flat" cmpd="sng">
            <a:solidFill>
              <a:srgbClr val="FA161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4" name="Google Shape;2774;p267"/>
          <p:cNvSpPr txBox="1"/>
          <p:nvPr/>
        </p:nvSpPr>
        <p:spPr>
          <a:xfrm>
            <a:off x="3331829" y="5280916"/>
            <a:ext cx="4487736" cy="506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Código da aula: </a:t>
            </a:r>
            <a:r>
              <a:rPr lang="pt-BR" sz="1800" dirty="0">
                <a:latin typeface="Poppins"/>
                <a:ea typeface="Poppins"/>
                <a:cs typeface="Poppins"/>
                <a:sym typeface="Poppins"/>
              </a:rPr>
              <a:t>SISANO1C1B4S23A1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8" name="Google Shape;2778;p267"/>
          <p:cNvSpPr txBox="1"/>
          <p:nvPr/>
        </p:nvSpPr>
        <p:spPr>
          <a:xfrm>
            <a:off x="3331829" y="3232106"/>
            <a:ext cx="461496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latin typeface="Poppins"/>
                <a:ea typeface="Poppins"/>
                <a:cs typeface="Poppins"/>
                <a:sym typeface="Poppins"/>
              </a:rPr>
              <a:t>Médias, faixas e classificação</a:t>
            </a:r>
            <a:endParaRPr sz="2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79" name="Google Shape;2779;p267"/>
          <p:cNvSpPr txBox="1"/>
          <p:nvPr/>
        </p:nvSpPr>
        <p:spPr>
          <a:xfrm>
            <a:off x="3331829" y="2792959"/>
            <a:ext cx="2582980" cy="430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 dirty="0">
                <a:solidFill>
                  <a:srgbClr val="FA161E"/>
                </a:solidFill>
                <a:latin typeface="Poppins"/>
                <a:ea typeface="Poppins"/>
                <a:cs typeface="Poppins"/>
                <a:sym typeface="Poppins"/>
              </a:rPr>
              <a:t>Você está aqui!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0" name="Google Shape;2780;p267"/>
          <p:cNvSpPr txBox="1"/>
          <p:nvPr/>
        </p:nvSpPr>
        <p:spPr>
          <a:xfrm>
            <a:off x="3331829" y="4437394"/>
            <a:ext cx="4219041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Aula 1: De critérios a regras de classificação</a:t>
            </a:r>
            <a:endParaRPr sz="2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35A6F88F-F919-1196-B533-3B6C3CC6BC8D}"/>
              </a:ext>
            </a:extLst>
          </p:cNvPr>
          <p:cNvSpPr/>
          <p:nvPr/>
        </p:nvSpPr>
        <p:spPr>
          <a:xfrm>
            <a:off x="113993" y="891153"/>
            <a:ext cx="2098825" cy="1571239"/>
          </a:xfrm>
          <a:prstGeom prst="roundRect">
            <a:avLst/>
          </a:prstGeom>
          <a:solidFill>
            <a:srgbClr val="FF16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Google Shape;329;p3">
            <a:extLst>
              <a:ext uri="{FF2B5EF4-FFF2-40B4-BE49-F238E27FC236}">
                <a16:creationId xmlns:a16="http://schemas.microsoft.com/office/drawing/2014/main" id="{FC5002BD-68F3-14C3-3126-EA33B242CFD1}"/>
              </a:ext>
            </a:extLst>
          </p:cNvPr>
          <p:cNvSpPr txBox="1"/>
          <p:nvPr/>
        </p:nvSpPr>
        <p:spPr>
          <a:xfrm>
            <a:off x="135519" y="1439639"/>
            <a:ext cx="1865581" cy="471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r">
              <a:buSzPts val="1300"/>
            </a:pPr>
            <a:r>
              <a:rPr lang="pt-BR" sz="13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Estruturas de repetição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B4EC352-56FA-DC16-9E63-A965F8ED5D21}"/>
              </a:ext>
            </a:extLst>
          </p:cNvPr>
          <p:cNvSpPr/>
          <p:nvPr/>
        </p:nvSpPr>
        <p:spPr>
          <a:xfrm>
            <a:off x="2078851" y="383070"/>
            <a:ext cx="2549765" cy="2090843"/>
          </a:xfrm>
          <a:prstGeom prst="roundRect">
            <a:avLst>
              <a:gd name="adj" fmla="val 1407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Google Shape;331;p3">
            <a:extLst>
              <a:ext uri="{FF2B5EF4-FFF2-40B4-BE49-F238E27FC236}">
                <a16:creationId xmlns:a16="http://schemas.microsoft.com/office/drawing/2014/main" id="{5277BCED-2640-FDD0-D762-68002D32211E}"/>
              </a:ext>
            </a:extLst>
          </p:cNvPr>
          <p:cNvSpPr txBox="1"/>
          <p:nvPr/>
        </p:nvSpPr>
        <p:spPr>
          <a:xfrm>
            <a:off x="2141191" y="891153"/>
            <a:ext cx="2435785" cy="103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lvl="0" algn="ctr">
              <a:buClr>
                <a:schemeClr val="dk1"/>
              </a:buClr>
              <a:buSzPts val="2100"/>
            </a:pPr>
            <a:r>
              <a:rPr lang="pt-BR" sz="21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Mapa da Unidade 5   Componente 1</a:t>
            </a:r>
            <a:endParaRPr lang="pt-BR" sz="21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0" name="Google Shape;2790;p268"/>
          <p:cNvSpPr txBox="1">
            <a:spLocks noGrp="1"/>
          </p:cNvSpPr>
          <p:nvPr>
            <p:ph type="body" idx="1"/>
          </p:nvPr>
        </p:nvSpPr>
        <p:spPr>
          <a:xfrm>
            <a:off x="1467909" y="1390650"/>
            <a:ext cx="4044985" cy="1397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pt-BR" dirty="0"/>
              <a:t>Compreender como critérios de média, faixa e desempenho podem ser traduzidos em regras algorítmicas consistentes.</a:t>
            </a:r>
            <a:endParaRPr dirty="0"/>
          </a:p>
        </p:txBody>
      </p:sp>
      <p:sp>
        <p:nvSpPr>
          <p:cNvPr id="2791" name="Google Shape;2791;p268"/>
          <p:cNvSpPr txBox="1">
            <a:spLocks noGrp="1"/>
          </p:cNvSpPr>
          <p:nvPr>
            <p:ph type="body" idx="2"/>
          </p:nvPr>
        </p:nvSpPr>
        <p:spPr>
          <a:xfrm>
            <a:off x="7467375" y="1355465"/>
            <a:ext cx="4044985" cy="155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/>
              <a:t>Aplicar funções, vetores e condicionais compostas no desenvolvimento de programas que calculem e classifiquem resultados.</a:t>
            </a:r>
            <a:endParaRPr/>
          </a:p>
        </p:txBody>
      </p:sp>
      <p:sp>
        <p:nvSpPr>
          <p:cNvPr id="2792" name="Google Shape;2792;p268"/>
          <p:cNvSpPr txBox="1">
            <a:spLocks noGrp="1"/>
          </p:cNvSpPr>
          <p:nvPr>
            <p:ph type="body" idx="3"/>
          </p:nvPr>
        </p:nvSpPr>
        <p:spPr>
          <a:xfrm>
            <a:off x="7467375" y="3429000"/>
            <a:ext cx="4044985" cy="1015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dirty="0"/>
              <a:t>Explorar com curiosidade diferentes formas de calcular e comparar resultados, investigando estratégias para organizar melhor as soluções.</a:t>
            </a:r>
            <a:endParaRPr dirty="0"/>
          </a:p>
        </p:txBody>
      </p:sp>
      <p:sp>
        <p:nvSpPr>
          <p:cNvPr id="2793" name="Google Shape;2793;p268"/>
          <p:cNvSpPr txBox="1">
            <a:spLocks noGrp="1"/>
          </p:cNvSpPr>
          <p:nvPr>
            <p:ph type="body" idx="4"/>
          </p:nvPr>
        </p:nvSpPr>
        <p:spPr>
          <a:xfrm>
            <a:off x="1467909" y="3398914"/>
            <a:ext cx="4044900" cy="10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Recurso audiovisual para exibição de vídeos e imagens.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Caneta e caderno para anotações.</a:t>
            </a:r>
            <a:endParaRPr dirty="0"/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1500"/>
              <a:buFont typeface="Arial"/>
              <a:buChar char="•"/>
            </a:pPr>
            <a:r>
              <a:rPr lang="pt-BR" sz="15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Computador com internet.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Google Shape;2798;p269"/>
          <p:cNvSpPr txBox="1">
            <a:spLocks noGrp="1"/>
          </p:cNvSpPr>
          <p:nvPr>
            <p:ph type="body" idx="1"/>
          </p:nvPr>
        </p:nvSpPr>
        <p:spPr>
          <a:xfrm>
            <a:off x="3534667" y="2392077"/>
            <a:ext cx="7936184" cy="2321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Em uma loja com milhares de itens, localizar um produto depende de informações que precisam estar organizadas e disponíveis para o sistema. A tecnologia testada pelo Walmart busca usar esses dados para orientar o consumidor durante a compra.</a:t>
            </a:r>
            <a:r>
              <a:rPr lang="pt-BR" sz="2000" dirty="0"/>
              <a:t> 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Por trás de uma solução desse tipo</a:t>
            </a:r>
            <a:r>
              <a:rPr lang="pt-BR" sz="2000" dirty="0"/>
              <a:t>,</a:t>
            </a: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 existe uma questão importante: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2000" b="1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/>
              <a:t>C</a:t>
            </a:r>
            <a:r>
              <a:rPr lang="pt-BR" sz="2000" b="1" dirty="0">
                <a:latin typeface="Poppins"/>
                <a:ea typeface="Poppins"/>
                <a:cs typeface="Poppins"/>
                <a:sym typeface="Poppins"/>
              </a:rPr>
              <a:t>omo o sistema transforma informações e regras em decisões que podem ser executadas automaticamente?</a:t>
            </a:r>
            <a:endParaRPr sz="2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000" b="1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799" name="Google Shape;2799;p269"/>
          <p:cNvGrpSpPr/>
          <p:nvPr/>
        </p:nvGrpSpPr>
        <p:grpSpPr>
          <a:xfrm>
            <a:off x="11470851" y="-15180"/>
            <a:ext cx="721836" cy="732801"/>
            <a:chOff x="17205424" y="-22770"/>
            <a:chExt cx="1082700" cy="1099146"/>
          </a:xfrm>
        </p:grpSpPr>
        <p:sp>
          <p:nvSpPr>
            <p:cNvPr id="2800" name="Google Shape;2800;p269"/>
            <p:cNvSpPr/>
            <p:nvPr/>
          </p:nvSpPr>
          <p:spPr>
            <a:xfrm flipH="1">
              <a:off x="17208525" y="0"/>
              <a:ext cx="1079474" cy="1076376"/>
            </a:xfrm>
            <a:custGeom>
              <a:avLst/>
              <a:gdLst/>
              <a:ahLst/>
              <a:cxnLst/>
              <a:rect l="l" t="t" r="r" b="b"/>
              <a:pathLst>
                <a:path w="1124452" h="1216244" extrusionOk="0">
                  <a:moveTo>
                    <a:pt x="0" y="0"/>
                  </a:moveTo>
                  <a:lnTo>
                    <a:pt x="1124452" y="0"/>
                  </a:lnTo>
                  <a:lnTo>
                    <a:pt x="1124452" y="0"/>
                  </a:lnTo>
                  <a:lnTo>
                    <a:pt x="1124452" y="803180"/>
                  </a:lnTo>
                  <a:cubicBezTo>
                    <a:pt x="1124452" y="1031308"/>
                    <a:pt x="939516" y="1216244"/>
                    <a:pt x="711388" y="1216244"/>
                  </a:cubicBezTo>
                  <a:lnTo>
                    <a:pt x="0" y="1216244"/>
                  </a:lnTo>
                  <a:lnTo>
                    <a:pt x="0" y="121624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29AC2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33"/>
                <a:buFont typeface="Arial"/>
                <a:buNone/>
              </a:pPr>
              <a:endPara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01" name="Google Shape;2801;p269"/>
            <p:cNvGrpSpPr/>
            <p:nvPr/>
          </p:nvGrpSpPr>
          <p:grpSpPr>
            <a:xfrm>
              <a:off x="17492825" y="308532"/>
              <a:ext cx="573896" cy="683969"/>
              <a:chOff x="16810081" y="921861"/>
              <a:chExt cx="743774" cy="886429"/>
            </a:xfrm>
          </p:grpSpPr>
          <p:grpSp>
            <p:nvGrpSpPr>
              <p:cNvPr id="2802" name="Google Shape;2802;p269"/>
              <p:cNvGrpSpPr/>
              <p:nvPr/>
            </p:nvGrpSpPr>
            <p:grpSpPr>
              <a:xfrm>
                <a:off x="16810084" y="1434434"/>
                <a:ext cx="691713" cy="373856"/>
                <a:chOff x="16866377" y="1492565"/>
                <a:chExt cx="691713" cy="373856"/>
              </a:xfrm>
            </p:grpSpPr>
            <p:sp>
              <p:nvSpPr>
                <p:cNvPr id="2803" name="Google Shape;2803;p269"/>
                <p:cNvSpPr/>
                <p:nvPr/>
              </p:nvSpPr>
              <p:spPr>
                <a:xfrm>
                  <a:off x="17335767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4" name="Google Shape;2804;p269"/>
                <p:cNvSpPr/>
                <p:nvPr/>
              </p:nvSpPr>
              <p:spPr>
                <a:xfrm>
                  <a:off x="16940479" y="1492565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4"/>
                      </a:moveTo>
                      <a:cubicBezTo>
                        <a:pt x="148209" y="115031"/>
                        <a:pt x="115031" y="148209"/>
                        <a:pt x="74104" y="148209"/>
                      </a:cubicBezTo>
                      <a:cubicBezTo>
                        <a:pt x="33178" y="148209"/>
                        <a:pt x="0" y="115031"/>
                        <a:pt x="0" y="74104"/>
                      </a:cubicBezTo>
                      <a:cubicBezTo>
                        <a:pt x="0" y="33178"/>
                        <a:pt x="33178" y="0"/>
                        <a:pt x="74104" y="0"/>
                      </a:cubicBezTo>
                      <a:cubicBezTo>
                        <a:pt x="115031" y="0"/>
                        <a:pt x="148209" y="33178"/>
                        <a:pt x="148209" y="7410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5" name="Google Shape;2805;p269"/>
                <p:cNvSpPr/>
                <p:nvPr/>
              </p:nvSpPr>
              <p:spPr>
                <a:xfrm>
                  <a:off x="17289475" y="1660871"/>
                  <a:ext cx="26861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15" h="148399" extrusionOk="0">
                      <a:moveTo>
                        <a:pt x="253746" y="44101"/>
                      </a:moveTo>
                      <a:cubicBezTo>
                        <a:pt x="232401" y="27476"/>
                        <a:pt x="207702" y="15681"/>
                        <a:pt x="181356" y="9525"/>
                      </a:cubicBezTo>
                      <a:cubicBezTo>
                        <a:pt x="161530" y="3742"/>
                        <a:pt x="141041" y="541"/>
                        <a:pt x="120396" y="0"/>
                      </a:cubicBezTo>
                      <a:cubicBezTo>
                        <a:pt x="99702" y="-45"/>
                        <a:pt x="79130" y="3169"/>
                        <a:pt x="59436" y="9525"/>
                      </a:cubicBezTo>
                      <a:cubicBezTo>
                        <a:pt x="39707" y="14783"/>
                        <a:pt x="20843" y="22868"/>
                        <a:pt x="3429" y="33529"/>
                      </a:cubicBezTo>
                      <a:cubicBezTo>
                        <a:pt x="2286" y="34862"/>
                        <a:pt x="1238" y="36196"/>
                        <a:pt x="0" y="37434"/>
                      </a:cubicBezTo>
                      <a:cubicBezTo>
                        <a:pt x="27701" y="44889"/>
                        <a:pt x="53615" y="57847"/>
                        <a:pt x="76200" y="75534"/>
                      </a:cubicBezTo>
                      <a:cubicBezTo>
                        <a:pt x="94021" y="88541"/>
                        <a:pt x="104425" y="109385"/>
                        <a:pt x="104108" y="131446"/>
                      </a:cubicBezTo>
                      <a:lnTo>
                        <a:pt x="104108" y="148400"/>
                      </a:lnTo>
                      <a:lnTo>
                        <a:pt x="268605" y="148400"/>
                      </a:lnTo>
                      <a:lnTo>
                        <a:pt x="268605" y="73819"/>
                      </a:lnTo>
                      <a:cubicBezTo>
                        <a:pt x="268892" y="62061"/>
                        <a:pt x="263324" y="50927"/>
                        <a:pt x="253746" y="4410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6" name="Google Shape;2806;p269"/>
                <p:cNvSpPr/>
                <p:nvPr/>
              </p:nvSpPr>
              <p:spPr>
                <a:xfrm>
                  <a:off x="16866377" y="1660872"/>
                  <a:ext cx="268605" cy="1483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8605" h="148399" extrusionOk="0">
                      <a:moveTo>
                        <a:pt x="164687" y="131445"/>
                      </a:moveTo>
                      <a:cubicBezTo>
                        <a:pt x="164708" y="110012"/>
                        <a:pt x="174533" y="89766"/>
                        <a:pt x="191357" y="76486"/>
                      </a:cubicBezTo>
                      <a:lnTo>
                        <a:pt x="192500" y="75534"/>
                      </a:lnTo>
                      <a:lnTo>
                        <a:pt x="193739" y="74676"/>
                      </a:lnTo>
                      <a:cubicBezTo>
                        <a:pt x="216581" y="58427"/>
                        <a:pt x="241848" y="45890"/>
                        <a:pt x="268605" y="37529"/>
                      </a:cubicBezTo>
                      <a:cubicBezTo>
                        <a:pt x="266700" y="35529"/>
                        <a:pt x="264986" y="33433"/>
                        <a:pt x="263176" y="31338"/>
                      </a:cubicBezTo>
                      <a:cubicBezTo>
                        <a:pt x="246437" y="21538"/>
                        <a:pt x="228377" y="14193"/>
                        <a:pt x="209550" y="9525"/>
                      </a:cubicBezTo>
                      <a:cubicBezTo>
                        <a:pt x="189726" y="3734"/>
                        <a:pt x="169235" y="532"/>
                        <a:pt x="148590" y="0"/>
                      </a:cubicBezTo>
                      <a:cubicBezTo>
                        <a:pt x="127896" y="-39"/>
                        <a:pt x="107326" y="3176"/>
                        <a:pt x="87630" y="9525"/>
                      </a:cubicBezTo>
                      <a:cubicBezTo>
                        <a:pt x="61651" y="16693"/>
                        <a:pt x="37144" y="28399"/>
                        <a:pt x="15240" y="44101"/>
                      </a:cubicBezTo>
                      <a:cubicBezTo>
                        <a:pt x="5858" y="51134"/>
                        <a:pt x="236" y="62096"/>
                        <a:pt x="0" y="73819"/>
                      </a:cubicBezTo>
                      <a:lnTo>
                        <a:pt x="0" y="148400"/>
                      </a:lnTo>
                      <a:lnTo>
                        <a:pt x="164687" y="1484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7" name="Google Shape;2807;p269"/>
                <p:cNvSpPr/>
                <p:nvPr/>
              </p:nvSpPr>
              <p:spPr>
                <a:xfrm>
                  <a:off x="17064018" y="1718592"/>
                  <a:ext cx="296430" cy="147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6430" h="147829" extrusionOk="0">
                      <a:moveTo>
                        <a:pt x="0" y="147830"/>
                      </a:moveTo>
                      <a:lnTo>
                        <a:pt x="0" y="73725"/>
                      </a:lnTo>
                      <a:cubicBezTo>
                        <a:pt x="45" y="62069"/>
                        <a:pt x="5544" y="51107"/>
                        <a:pt x="14859" y="44102"/>
                      </a:cubicBezTo>
                      <a:cubicBezTo>
                        <a:pt x="36723" y="28334"/>
                        <a:pt x="61243" y="16622"/>
                        <a:pt x="87249" y="9527"/>
                      </a:cubicBezTo>
                      <a:cubicBezTo>
                        <a:pt x="106934" y="3133"/>
                        <a:pt x="127512" y="-82"/>
                        <a:pt x="148209" y="2"/>
                      </a:cubicBezTo>
                      <a:cubicBezTo>
                        <a:pt x="168859" y="486"/>
                        <a:pt x="189355" y="3690"/>
                        <a:pt x="209169" y="9527"/>
                      </a:cubicBezTo>
                      <a:cubicBezTo>
                        <a:pt x="235567" y="15619"/>
                        <a:pt x="260308" y="27421"/>
                        <a:pt x="281654" y="44102"/>
                      </a:cubicBezTo>
                      <a:cubicBezTo>
                        <a:pt x="291195" y="50908"/>
                        <a:pt x="296728" y="62010"/>
                        <a:pt x="296418" y="73725"/>
                      </a:cubicBezTo>
                      <a:lnTo>
                        <a:pt x="296418" y="14783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08" name="Google Shape;2808;p269"/>
                <p:cNvSpPr/>
                <p:nvPr/>
              </p:nvSpPr>
              <p:spPr>
                <a:xfrm>
                  <a:off x="17138123" y="1550192"/>
                  <a:ext cx="148209" cy="148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09" h="148209" extrusionOk="0">
                      <a:moveTo>
                        <a:pt x="148209" y="74105"/>
                      </a:moveTo>
                      <a:cubicBezTo>
                        <a:pt x="148209" y="115031"/>
                        <a:pt x="115031" y="148209"/>
                        <a:pt x="74105" y="148209"/>
                      </a:cubicBezTo>
                      <a:cubicBezTo>
                        <a:pt x="33178" y="148209"/>
                        <a:pt x="0" y="115031"/>
                        <a:pt x="0" y="74105"/>
                      </a:cubicBezTo>
                      <a:cubicBezTo>
                        <a:pt x="0" y="33178"/>
                        <a:pt x="33178" y="0"/>
                        <a:pt x="74105" y="0"/>
                      </a:cubicBezTo>
                      <a:cubicBezTo>
                        <a:pt x="115031" y="0"/>
                        <a:pt x="148209" y="33178"/>
                        <a:pt x="148209" y="74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09" name="Google Shape;2809;p269"/>
              <p:cNvGrpSpPr/>
              <p:nvPr/>
            </p:nvGrpSpPr>
            <p:grpSpPr>
              <a:xfrm>
                <a:off x="16810081" y="921861"/>
                <a:ext cx="743774" cy="512573"/>
                <a:chOff x="16933626" y="782036"/>
                <a:chExt cx="743774" cy="512573"/>
              </a:xfrm>
            </p:grpSpPr>
            <p:sp>
              <p:nvSpPr>
                <p:cNvPr id="2810" name="Google Shape;2810;p269"/>
                <p:cNvSpPr/>
                <p:nvPr/>
              </p:nvSpPr>
              <p:spPr>
                <a:xfrm>
                  <a:off x="16933626" y="782036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323850" y="66675"/>
                      </a:moveTo>
                      <a:lnTo>
                        <a:pt x="476250" y="66675"/>
                      </a:ln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95250" y="333375"/>
                      </a:lnTo>
                      <a:lnTo>
                        <a:pt x="95250" y="428625"/>
                      </a:lnTo>
                      <a:lnTo>
                        <a:pt x="190500" y="333375"/>
                      </a:lnTo>
                      <a:lnTo>
                        <a:pt x="247650" y="333375"/>
                      </a:lnTo>
                      <a:lnTo>
                        <a:pt x="247650" y="142875"/>
                      </a:lnTo>
                      <a:cubicBezTo>
                        <a:pt x="247650" y="100965"/>
                        <a:pt x="281940" y="66675"/>
                        <a:pt x="323850" y="6667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1" name="Google Shape;2811;p269"/>
                <p:cNvSpPr/>
                <p:nvPr/>
              </p:nvSpPr>
              <p:spPr>
                <a:xfrm>
                  <a:off x="17201150" y="865984"/>
                  <a:ext cx="476250" cy="42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6250" h="428625" extrusionOk="0">
                      <a:moveTo>
                        <a:pt x="438150" y="0"/>
                      </a:moveTo>
                      <a:lnTo>
                        <a:pt x="38100" y="0"/>
                      </a:lnTo>
                      <a:cubicBezTo>
                        <a:pt x="17145" y="0"/>
                        <a:pt x="0" y="17145"/>
                        <a:pt x="0" y="38100"/>
                      </a:cubicBezTo>
                      <a:lnTo>
                        <a:pt x="0" y="295275"/>
                      </a:lnTo>
                      <a:cubicBezTo>
                        <a:pt x="0" y="316230"/>
                        <a:pt x="17145" y="333375"/>
                        <a:pt x="38100" y="333375"/>
                      </a:cubicBezTo>
                      <a:lnTo>
                        <a:pt x="285750" y="333375"/>
                      </a:lnTo>
                      <a:lnTo>
                        <a:pt x="381000" y="428625"/>
                      </a:lnTo>
                      <a:lnTo>
                        <a:pt x="381000" y="333375"/>
                      </a:lnTo>
                      <a:lnTo>
                        <a:pt x="438150" y="333375"/>
                      </a:lnTo>
                      <a:cubicBezTo>
                        <a:pt x="459105" y="333375"/>
                        <a:pt x="476250" y="316230"/>
                        <a:pt x="476250" y="295275"/>
                      </a:cubicBezTo>
                      <a:lnTo>
                        <a:pt x="476250" y="38100"/>
                      </a:lnTo>
                      <a:cubicBezTo>
                        <a:pt x="476250" y="17145"/>
                        <a:pt x="459105" y="0"/>
                        <a:pt x="438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60950" tIns="30450" rIns="60950" bIns="30450" anchor="ctr" anchorCtr="0">
                  <a:noAutofit/>
                </a:bodyPr>
                <a:lstStyle/>
                <a:p>
                  <a:pPr marL="0" marR="0" lvl="0" indent="0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933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812" name="Google Shape;2812;p269"/>
            <p:cNvSpPr txBox="1"/>
            <p:nvPr/>
          </p:nvSpPr>
          <p:spPr>
            <a:xfrm>
              <a:off x="17205424" y="-22770"/>
              <a:ext cx="1082700" cy="298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950" tIns="30450" rIns="60950" bIns="30450" anchor="t" anchorCtr="0">
              <a:noAutofit/>
            </a:bodyPr>
            <a:lstStyle/>
            <a:p>
              <a:pPr marL="0" marR="0" lvl="0" indent="0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r>
                <a:rPr lang="pt-BR" sz="933" b="1" i="0" u="none" strike="noStrike" cap="non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Diálogo</a:t>
              </a:r>
              <a:endParaRPr sz="800" b="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marL="0" marR="0" lvl="0" indent="0" rtl="0">
                <a:lnSpc>
                  <a:spcPct val="107000"/>
                </a:lnSpc>
                <a:spcBef>
                  <a:spcPts val="715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1333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13" name="Google Shape;2813;p269"/>
          <p:cNvSpPr/>
          <p:nvPr/>
        </p:nvSpPr>
        <p:spPr>
          <a:xfrm>
            <a:off x="7494767" y="3555262"/>
            <a:ext cx="1387" cy="11666"/>
          </a:xfrm>
          <a:custGeom>
            <a:avLst/>
            <a:gdLst/>
            <a:ahLst/>
            <a:cxnLst/>
            <a:rect l="l" t="t" r="r" b="b"/>
            <a:pathLst>
              <a:path w="2078" h="17477" extrusionOk="0">
                <a:moveTo>
                  <a:pt x="1044" y="0"/>
                </a:moveTo>
                <a:cubicBezTo>
                  <a:pt x="16" y="5826"/>
                  <a:pt x="-670" y="11651"/>
                  <a:pt x="1044" y="17477"/>
                </a:cubicBezTo>
                <a:cubicBezTo>
                  <a:pt x="2186" y="11651"/>
                  <a:pt x="2643" y="5826"/>
                  <a:pt x="1044" y="0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4" name="Google Shape;2814;p269"/>
          <p:cNvSpPr/>
          <p:nvPr/>
        </p:nvSpPr>
        <p:spPr>
          <a:xfrm>
            <a:off x="7310524" y="3563486"/>
            <a:ext cx="1491" cy="2287"/>
          </a:xfrm>
          <a:custGeom>
            <a:avLst/>
            <a:gdLst/>
            <a:ahLst/>
            <a:cxnLst/>
            <a:rect l="l" t="t" r="r" b="b"/>
            <a:pathLst>
              <a:path w="2233" h="3426" extrusionOk="0">
                <a:moveTo>
                  <a:pt x="1085" y="3427"/>
                </a:moveTo>
                <a:cubicBezTo>
                  <a:pt x="2799" y="2170"/>
                  <a:pt x="2456" y="1028"/>
                  <a:pt x="971" y="0"/>
                </a:cubicBezTo>
                <a:cubicBezTo>
                  <a:pt x="-286" y="1257"/>
                  <a:pt x="-400" y="2285"/>
                  <a:pt x="1085" y="3427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5" name="Google Shape;2815;p269"/>
          <p:cNvSpPr/>
          <p:nvPr/>
        </p:nvSpPr>
        <p:spPr>
          <a:xfrm>
            <a:off x="7493559" y="3574186"/>
            <a:ext cx="1328" cy="1249"/>
          </a:xfrm>
          <a:custGeom>
            <a:avLst/>
            <a:gdLst/>
            <a:ahLst/>
            <a:cxnLst/>
            <a:rect l="l" t="t" r="r" b="b"/>
            <a:pathLst>
              <a:path w="1990" h="1871" extrusionOk="0">
                <a:moveTo>
                  <a:pt x="1942" y="56"/>
                </a:moveTo>
                <a:cubicBezTo>
                  <a:pt x="685" y="-172"/>
                  <a:pt x="0" y="285"/>
                  <a:pt x="0" y="1655"/>
                </a:cubicBezTo>
                <a:cubicBezTo>
                  <a:pt x="1599" y="2226"/>
                  <a:pt x="2170" y="1655"/>
                  <a:pt x="1942" y="56"/>
                </a:cubicBezTo>
                <a:close/>
              </a:path>
            </a:pathLst>
          </a:custGeom>
          <a:solidFill>
            <a:srgbClr val="E760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16" name="Google Shape;2816;p2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4667" y="608536"/>
            <a:ext cx="7904542" cy="124854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98;p269">
            <a:extLst>
              <a:ext uri="{FF2B5EF4-FFF2-40B4-BE49-F238E27FC236}">
                <a16:creationId xmlns:a16="http://schemas.microsoft.com/office/drawing/2014/main" id="{DBC476AE-1B13-D18B-EE6F-8199D6811B69}"/>
              </a:ext>
            </a:extLst>
          </p:cNvPr>
          <p:cNvSpPr txBox="1">
            <a:spLocks/>
          </p:cNvSpPr>
          <p:nvPr/>
        </p:nvSpPr>
        <p:spPr>
          <a:xfrm>
            <a:off x="3534667" y="1944750"/>
            <a:ext cx="7441510" cy="199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/>
            <a:r>
              <a:rPr lang="pt-BR" sz="1100"/>
              <a:t>Fonte: CASE, 2024. </a:t>
            </a:r>
          </a:p>
          <a:p>
            <a:pPr marL="0" indent="0"/>
            <a:endParaRPr lang="pt-BR" sz="11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270"/>
          <p:cNvSpPr txBox="1">
            <a:spLocks noGrp="1"/>
          </p:cNvSpPr>
          <p:nvPr>
            <p:ph type="body" idx="1"/>
          </p:nvPr>
        </p:nvSpPr>
        <p:spPr>
          <a:xfrm>
            <a:off x="2832629" y="719225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Da regra de negócio ao algoritmo</a:t>
            </a:r>
            <a:endParaRPr sz="3200" dirty="0"/>
          </a:p>
        </p:txBody>
      </p:sp>
      <p:sp>
        <p:nvSpPr>
          <p:cNvPr id="2823" name="Google Shape;2823;p270"/>
          <p:cNvSpPr txBox="1"/>
          <p:nvPr/>
        </p:nvSpPr>
        <p:spPr>
          <a:xfrm>
            <a:off x="2832629" y="1421569"/>
            <a:ext cx="865650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Toda empresa estabelece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regras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para organizar seus processos. Um sistema não interpreta essas regras sozinho. Elas precisam ser transformadas em uma </a:t>
            </a:r>
            <a:r>
              <a:rPr lang="pt-BR" sz="20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sequência lógica</a:t>
            </a: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que possa ser executada pelo programa.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24" name="Google Shape;2824;p270"/>
          <p:cNvSpPr txBox="1"/>
          <p:nvPr/>
        </p:nvSpPr>
        <p:spPr>
          <a:xfrm>
            <a:off x="2899304" y="4650078"/>
            <a:ext cx="5259356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em Python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rgbClr val="87C3FF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800" dirty="0">
                <a:solidFill>
                  <a:srgbClr val="87C3FF"/>
                </a:solidFill>
                <a:latin typeface="Poppins"/>
                <a:ea typeface="Poppins"/>
                <a:cs typeface="Poppins"/>
                <a:sym typeface="Poppins"/>
              </a:rPr>
              <a:t>media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dirty="0">
                <a:solidFill>
                  <a:srgbClr val="EBC88D"/>
                </a:solidFill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pt-BR" sz="1800" dirty="0">
                <a:solidFill>
                  <a:srgbClr val="F0F0F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lang="pt-BR" sz="1800" dirty="0">
                <a:solidFill>
                  <a:schemeClr val="bg1">
                    <a:lumMod val="8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800" dirty="0">
                <a:solidFill>
                  <a:schemeClr val="bg1">
                    <a:lumMod val="8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i="1" dirty="0">
                <a:solidFill>
                  <a:schemeClr val="bg1">
                    <a:lumMod val="85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# quantidades vendidas do Caderno</a:t>
            </a:r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C7B60AC2-C9A5-2A71-FEB0-520B8CC44B4B}"/>
              </a:ext>
            </a:extLst>
          </p:cNvPr>
          <p:cNvSpPr txBox="1"/>
          <p:nvPr/>
        </p:nvSpPr>
        <p:spPr>
          <a:xfrm>
            <a:off x="2899304" y="5866490"/>
            <a:ext cx="6439227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Espaço Reservado para Texto 44">
            <a:extLst>
              <a:ext uri="{FF2B5EF4-FFF2-40B4-BE49-F238E27FC236}">
                <a16:creationId xmlns:a16="http://schemas.microsoft.com/office/drawing/2014/main" id="{60857BC2-B64D-1201-B982-132F2EE69836}"/>
              </a:ext>
            </a:extLst>
          </p:cNvPr>
          <p:cNvSpPr txBox="1">
            <a:spLocks/>
          </p:cNvSpPr>
          <p:nvPr/>
        </p:nvSpPr>
        <p:spPr>
          <a:xfrm>
            <a:off x="3646238" y="2999330"/>
            <a:ext cx="3030929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Usar as </a:t>
            </a:r>
            <a:r>
              <a:rPr lang="pt-BR" sz="15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já registradas de um produto.</a:t>
            </a:r>
          </a:p>
          <a:p>
            <a:endParaRPr lang="pt-BR" sz="1500" dirty="0"/>
          </a:p>
        </p:txBody>
      </p:sp>
      <p:sp>
        <p:nvSpPr>
          <p:cNvPr id="6" name="Espaço Reservado para Texto 44">
            <a:extLst>
              <a:ext uri="{FF2B5EF4-FFF2-40B4-BE49-F238E27FC236}">
                <a16:creationId xmlns:a16="http://schemas.microsoft.com/office/drawing/2014/main" id="{6CA97DB6-CB25-29A4-DBA1-0AE07D0CCEC2}"/>
              </a:ext>
            </a:extLst>
          </p:cNvPr>
          <p:cNvSpPr txBox="1">
            <a:spLocks/>
          </p:cNvSpPr>
          <p:nvPr/>
        </p:nvSpPr>
        <p:spPr>
          <a:xfrm>
            <a:off x="3646238" y="3874563"/>
            <a:ext cx="3122207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a </a:t>
            </a:r>
            <a:r>
              <a:rPr lang="pt-BR" sz="15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média das quantidades</a:t>
            </a: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vendidas.</a:t>
            </a:r>
          </a:p>
        </p:txBody>
      </p:sp>
      <p:sp>
        <p:nvSpPr>
          <p:cNvPr id="7" name="Espaço Reservado para Texto 44">
            <a:extLst>
              <a:ext uri="{FF2B5EF4-FFF2-40B4-BE49-F238E27FC236}">
                <a16:creationId xmlns:a16="http://schemas.microsoft.com/office/drawing/2014/main" id="{EBC1D69E-AA5A-5583-BB95-9AEC61F2944C}"/>
              </a:ext>
            </a:extLst>
          </p:cNvPr>
          <p:cNvSpPr txBox="1">
            <a:spLocks/>
          </p:cNvSpPr>
          <p:nvPr/>
        </p:nvSpPr>
        <p:spPr>
          <a:xfrm>
            <a:off x="7863374" y="2996464"/>
            <a:ext cx="3532213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Comparar o </a:t>
            </a:r>
            <a:r>
              <a:rPr lang="pt-BR" sz="15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resultado</a:t>
            </a:r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com faixas definidas pela empresa.</a:t>
            </a:r>
          </a:p>
          <a:p>
            <a:endParaRPr lang="pt-BR" sz="1500" dirty="0"/>
          </a:p>
        </p:txBody>
      </p:sp>
      <p:sp>
        <p:nvSpPr>
          <p:cNvPr id="8" name="Espaço Reservado para Texto 44">
            <a:extLst>
              <a:ext uri="{FF2B5EF4-FFF2-40B4-BE49-F238E27FC236}">
                <a16:creationId xmlns:a16="http://schemas.microsoft.com/office/drawing/2014/main" id="{C85E027D-AFB2-21F5-C7C9-63ECBC5006B3}"/>
              </a:ext>
            </a:extLst>
          </p:cNvPr>
          <p:cNvSpPr txBox="1">
            <a:spLocks/>
          </p:cNvSpPr>
          <p:nvPr/>
        </p:nvSpPr>
        <p:spPr>
          <a:xfrm>
            <a:off x="7863374" y="3918555"/>
            <a:ext cx="3872676" cy="520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Informar o </a:t>
            </a:r>
            <a:r>
              <a:rPr lang="pt-BR" sz="15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desempenho de vendas</a:t>
            </a:r>
            <a:r>
              <a:rPr lang="pt-BR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produto (alto, médio ou baixo).</a:t>
            </a:r>
          </a:p>
        </p:txBody>
      </p:sp>
      <p:sp>
        <p:nvSpPr>
          <p:cNvPr id="31" name="Google Shape;591;p15">
            <a:extLst>
              <a:ext uri="{FF2B5EF4-FFF2-40B4-BE49-F238E27FC236}">
                <a16:creationId xmlns:a16="http://schemas.microsoft.com/office/drawing/2014/main" id="{7CA8C67D-BBF2-C008-7E60-8B8784613D24}"/>
              </a:ext>
            </a:extLst>
          </p:cNvPr>
          <p:cNvSpPr txBox="1"/>
          <p:nvPr/>
        </p:nvSpPr>
        <p:spPr>
          <a:xfrm>
            <a:off x="2960413" y="2990423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" name="Google Shape;591;p15">
            <a:extLst>
              <a:ext uri="{FF2B5EF4-FFF2-40B4-BE49-F238E27FC236}">
                <a16:creationId xmlns:a16="http://schemas.microsoft.com/office/drawing/2014/main" id="{CE297F2C-0F7F-8408-D745-EF16BD161A0B}"/>
              </a:ext>
            </a:extLst>
          </p:cNvPr>
          <p:cNvSpPr txBox="1"/>
          <p:nvPr/>
        </p:nvSpPr>
        <p:spPr>
          <a:xfrm>
            <a:off x="2960412" y="3864019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" name="Google Shape;591;p15">
            <a:extLst>
              <a:ext uri="{FF2B5EF4-FFF2-40B4-BE49-F238E27FC236}">
                <a16:creationId xmlns:a16="http://schemas.microsoft.com/office/drawing/2014/main" id="{14C00C26-1E95-3299-F00A-89C85926D176}"/>
              </a:ext>
            </a:extLst>
          </p:cNvPr>
          <p:cNvSpPr txBox="1"/>
          <p:nvPr/>
        </p:nvSpPr>
        <p:spPr>
          <a:xfrm>
            <a:off x="7179013" y="2994640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591;p15">
            <a:extLst>
              <a:ext uri="{FF2B5EF4-FFF2-40B4-BE49-F238E27FC236}">
                <a16:creationId xmlns:a16="http://schemas.microsoft.com/office/drawing/2014/main" id="{B19EFF51-C329-5348-5362-214A0DD7F934}"/>
              </a:ext>
            </a:extLst>
          </p:cNvPr>
          <p:cNvSpPr txBox="1"/>
          <p:nvPr/>
        </p:nvSpPr>
        <p:spPr>
          <a:xfrm>
            <a:off x="7179013" y="3887619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Google Shape;2831;p271"/>
          <p:cNvSpPr txBox="1"/>
          <p:nvPr/>
        </p:nvSpPr>
        <p:spPr>
          <a:xfrm>
            <a:off x="2832629" y="1572688"/>
            <a:ext cx="8828429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um sistema, calcular um valor e tomar uma decisão são ações diferentes: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Espaço Reservado para Texto 39">
            <a:extLst>
              <a:ext uri="{FF2B5EF4-FFF2-40B4-BE49-F238E27FC236}">
                <a16:creationId xmlns:a16="http://schemas.microsoft.com/office/drawing/2014/main" id="{CF9CE8F9-7C12-1EC5-4101-C4B555FE5A34}"/>
              </a:ext>
            </a:extLst>
          </p:cNvPr>
          <p:cNvSpPr txBox="1">
            <a:spLocks/>
          </p:cNvSpPr>
          <p:nvPr/>
        </p:nvSpPr>
        <p:spPr>
          <a:xfrm>
            <a:off x="3505751" y="2772693"/>
            <a:ext cx="3929019" cy="31872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 dirty="0"/>
              <a:t>Cálculo</a:t>
            </a:r>
          </a:p>
        </p:txBody>
      </p:sp>
      <p:sp>
        <p:nvSpPr>
          <p:cNvPr id="4" name="Espaço Reservado para Texto 39">
            <a:extLst>
              <a:ext uri="{FF2B5EF4-FFF2-40B4-BE49-F238E27FC236}">
                <a16:creationId xmlns:a16="http://schemas.microsoft.com/office/drawing/2014/main" id="{4DC2CA6F-5320-22BC-B4DE-80B94CA2D48E}"/>
              </a:ext>
            </a:extLst>
          </p:cNvPr>
          <p:cNvSpPr txBox="1">
            <a:spLocks/>
          </p:cNvSpPr>
          <p:nvPr/>
        </p:nvSpPr>
        <p:spPr>
          <a:xfrm>
            <a:off x="7921597" y="2804195"/>
            <a:ext cx="3929017" cy="314574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 dirty="0"/>
              <a:t>Classificação</a:t>
            </a:r>
          </a:p>
        </p:txBody>
      </p:sp>
      <p:sp>
        <p:nvSpPr>
          <p:cNvPr id="5" name="Espaço Reservado para Texto 34">
            <a:extLst>
              <a:ext uri="{FF2B5EF4-FFF2-40B4-BE49-F238E27FC236}">
                <a16:creationId xmlns:a16="http://schemas.microsoft.com/office/drawing/2014/main" id="{D0A4B2B1-374D-2A02-4C64-574C4406E933}"/>
              </a:ext>
            </a:extLst>
          </p:cNvPr>
          <p:cNvSpPr txBox="1">
            <a:spLocks/>
          </p:cNvSpPr>
          <p:nvPr/>
        </p:nvSpPr>
        <p:spPr>
          <a:xfrm>
            <a:off x="3505750" y="3257312"/>
            <a:ext cx="3360331" cy="723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programa processa os dados e obtém um resultado.</a:t>
            </a:r>
          </a:p>
          <a:p>
            <a:endParaRPr lang="pt-BR" sz="1500" dirty="0"/>
          </a:p>
        </p:txBody>
      </p:sp>
      <p:sp>
        <p:nvSpPr>
          <p:cNvPr id="6" name="Espaço Reservado para Texto 34">
            <a:extLst>
              <a:ext uri="{FF2B5EF4-FFF2-40B4-BE49-F238E27FC236}">
                <a16:creationId xmlns:a16="http://schemas.microsoft.com/office/drawing/2014/main" id="{B7327BE0-D2BA-A9B2-9893-B7B1F1816575}"/>
              </a:ext>
            </a:extLst>
          </p:cNvPr>
          <p:cNvSpPr txBox="1">
            <a:spLocks/>
          </p:cNvSpPr>
          <p:nvPr/>
        </p:nvSpPr>
        <p:spPr>
          <a:xfrm>
            <a:off x="7921597" y="3317320"/>
            <a:ext cx="3810007" cy="7239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5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Depois, compara esse resultado com critérios da empresa. </a:t>
            </a:r>
            <a:endParaRPr lang="pt-BR" sz="1500" dirty="0">
              <a:solidFill>
                <a:schemeClr val="dk1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618099-0BCF-847A-D15E-42A26B6B8823}"/>
              </a:ext>
            </a:extLst>
          </p:cNvPr>
          <p:cNvSpPr txBox="1"/>
          <p:nvPr/>
        </p:nvSpPr>
        <p:spPr>
          <a:xfrm>
            <a:off x="6556074" y="3027858"/>
            <a:ext cx="0" cy="0"/>
          </a:xfrm>
          <a:prstGeom prst="rect">
            <a:avLst/>
          </a:prstGeom>
          <a:solidFill>
            <a:srgbClr val="EC4E58"/>
          </a:solidFill>
          <a:ln>
            <a:noFill/>
          </a:ln>
        </p:spPr>
        <p:txBody>
          <a:bodyPr spcFirstLastPara="1" wrap="none" lIns="60950" tIns="30467" rIns="60950" bIns="30467" rtlCol="0" anchor="t" anchorCtr="0">
            <a:normAutofit fontScale="25000" lnSpcReduction="20000"/>
          </a:bodyPr>
          <a:lstStyle/>
          <a:p>
            <a:pPr algn="l"/>
            <a:endParaRPr lang="pt-BR" sz="1600"/>
          </a:p>
        </p:txBody>
      </p:sp>
      <p:sp>
        <p:nvSpPr>
          <p:cNvPr id="8" name="Google Shape;591;p15">
            <a:extLst>
              <a:ext uri="{FF2B5EF4-FFF2-40B4-BE49-F238E27FC236}">
                <a16:creationId xmlns:a16="http://schemas.microsoft.com/office/drawing/2014/main" id="{33DFA9F8-A311-C175-956F-E0C0B5C32786}"/>
              </a:ext>
            </a:extLst>
          </p:cNvPr>
          <p:cNvSpPr txBox="1"/>
          <p:nvPr/>
        </p:nvSpPr>
        <p:spPr>
          <a:xfrm>
            <a:off x="2910547" y="2755432"/>
            <a:ext cx="60716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Google Shape;593;p15">
            <a:extLst>
              <a:ext uri="{FF2B5EF4-FFF2-40B4-BE49-F238E27FC236}">
                <a16:creationId xmlns:a16="http://schemas.microsoft.com/office/drawing/2014/main" id="{84B932F6-33F9-8D91-7301-17F1823FC0F5}"/>
              </a:ext>
            </a:extLst>
          </p:cNvPr>
          <p:cNvSpPr txBox="1"/>
          <p:nvPr/>
        </p:nvSpPr>
        <p:spPr>
          <a:xfrm>
            <a:off x="7300801" y="2772693"/>
            <a:ext cx="607163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pt-BR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" name="Google Shape;597;p15">
            <a:extLst>
              <a:ext uri="{FF2B5EF4-FFF2-40B4-BE49-F238E27FC236}">
                <a16:creationId xmlns:a16="http://schemas.microsoft.com/office/drawing/2014/main" id="{9E31FCEE-A615-65D1-DD40-EC704983DE58}"/>
              </a:ext>
            </a:extLst>
          </p:cNvPr>
          <p:cNvCxnSpPr>
            <a:cxnSpLocks/>
          </p:cNvCxnSpPr>
          <p:nvPr/>
        </p:nvCxnSpPr>
        <p:spPr>
          <a:xfrm flipH="1">
            <a:off x="7907964" y="3171574"/>
            <a:ext cx="3577834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1" name="Google Shape;597;p15">
            <a:extLst>
              <a:ext uri="{FF2B5EF4-FFF2-40B4-BE49-F238E27FC236}">
                <a16:creationId xmlns:a16="http://schemas.microsoft.com/office/drawing/2014/main" id="{41AFD5B4-29BA-F247-582B-EAC4B9BB21A5}"/>
              </a:ext>
            </a:extLst>
          </p:cNvPr>
          <p:cNvCxnSpPr>
            <a:cxnSpLocks/>
          </p:cNvCxnSpPr>
          <p:nvPr/>
        </p:nvCxnSpPr>
        <p:spPr>
          <a:xfrm flipH="1">
            <a:off x="3507548" y="3140292"/>
            <a:ext cx="335853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14" name="Google Shape;136;p4">
            <a:extLst>
              <a:ext uri="{FF2B5EF4-FFF2-40B4-BE49-F238E27FC236}">
                <a16:creationId xmlns:a16="http://schemas.microsoft.com/office/drawing/2014/main" id="{BBC50AAC-43DB-6400-9050-6EA95519A183}"/>
              </a:ext>
            </a:extLst>
          </p:cNvPr>
          <p:cNvSpPr txBox="1"/>
          <p:nvPr/>
        </p:nvSpPr>
        <p:spPr>
          <a:xfrm>
            <a:off x="3165641" y="4555698"/>
            <a:ext cx="7618623" cy="1447277"/>
          </a:xfrm>
          <a:prstGeom prst="rect">
            <a:avLst/>
          </a:prstGeom>
          <a:solidFill>
            <a:srgbClr val="529AC2">
              <a:alpha val="50000"/>
            </a:srgbClr>
          </a:solidFill>
          <a:ln w="19050" cap="flat" cmpd="sng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spcFirstLastPara="1" wrap="square" lIns="168000" tIns="168000" rIns="96000" bIns="168000" anchor="t" anchorCtr="0">
            <a:spAutoFit/>
          </a:bodyPr>
          <a:lstStyle/>
          <a:p>
            <a:pPr>
              <a:buSzPts val="1800"/>
            </a:pPr>
            <a:endParaRPr lang="pt-BR" sz="1800" dirty="0">
              <a:latin typeface="Poppins" panose="00000500000000000000" pitchFamily="2" charset="0"/>
              <a:ea typeface="Lato"/>
              <a:cs typeface="Poppins" panose="00000500000000000000" pitchFamily="2" charset="0"/>
              <a:sym typeface="Lato"/>
            </a:endParaRPr>
          </a:p>
          <a:p>
            <a:pPr marL="457200" lvl="0" indent="-3683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 média das quantidades foi 10.</a:t>
            </a:r>
          </a:p>
          <a:p>
            <a:pPr marL="457200" lvl="0" indent="-368300"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dk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Agora o sistema precisa decidir o desempenho de vendas: alto, médio ou baixo.</a:t>
            </a:r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1394AA71-ABDE-4DA9-1338-79BE2E3B3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391" y="4160152"/>
            <a:ext cx="3488267" cy="728133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144E713A-97CF-E1CF-1CCB-094D6D3CF9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7657" y="4285679"/>
            <a:ext cx="635000" cy="423333"/>
          </a:xfrm>
          <a:prstGeom prst="rect">
            <a:avLst/>
          </a:prstGeom>
        </p:spPr>
      </p:pic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35887E-75F1-A989-63FB-152E60E23C9D}"/>
              </a:ext>
            </a:extLst>
          </p:cNvPr>
          <p:cNvSpPr txBox="1"/>
          <p:nvPr/>
        </p:nvSpPr>
        <p:spPr>
          <a:xfrm>
            <a:off x="4098991" y="4391923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l"/>
            <a:r>
              <a:rPr lang="pt-BR" sz="16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DE OLHO NO MODELO</a:t>
            </a:r>
          </a:p>
        </p:txBody>
      </p:sp>
      <p:sp>
        <p:nvSpPr>
          <p:cNvPr id="2" name="Google Shape;2822;p270">
            <a:extLst>
              <a:ext uri="{FF2B5EF4-FFF2-40B4-BE49-F238E27FC236}">
                <a16:creationId xmlns:a16="http://schemas.microsoft.com/office/drawing/2014/main" id="{E7C5AB23-13A6-4B80-E653-BFE65778762C}"/>
              </a:ext>
            </a:extLst>
          </p:cNvPr>
          <p:cNvSpPr txBox="1">
            <a:spLocks/>
          </p:cNvSpPr>
          <p:nvPr/>
        </p:nvSpPr>
        <p:spPr>
          <a:xfrm>
            <a:off x="2832629" y="719225"/>
            <a:ext cx="9252534" cy="543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Calcular e classificar são etapas diferentes</a:t>
            </a:r>
            <a:endParaRPr lang="pt-BR" sz="3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Google Shape;2837;p272"/>
          <p:cNvSpPr txBox="1">
            <a:spLocks noGrp="1"/>
          </p:cNvSpPr>
          <p:nvPr>
            <p:ph type="body" idx="1"/>
          </p:nvPr>
        </p:nvSpPr>
        <p:spPr>
          <a:xfrm>
            <a:off x="2878229" y="713500"/>
            <a:ext cx="9313772" cy="577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Faixas transformam valores em categorias</a:t>
            </a:r>
            <a:endParaRPr sz="3200" dirty="0"/>
          </a:p>
        </p:txBody>
      </p:sp>
      <p:sp>
        <p:nvSpPr>
          <p:cNvPr id="2838" name="Google Shape;2838;p272"/>
          <p:cNvSpPr txBox="1"/>
          <p:nvPr/>
        </p:nvSpPr>
        <p:spPr>
          <a:xfrm>
            <a:off x="2878229" y="1580898"/>
            <a:ext cx="9025076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Depois de calcular a média das quantidades, o sistema compara o resultado com regras de classificação.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40" name="Google Shape;2840;p272"/>
          <p:cNvSpPr txBox="1"/>
          <p:nvPr/>
        </p:nvSpPr>
        <p:spPr>
          <a:xfrm>
            <a:off x="2878229" y="5393235"/>
            <a:ext cx="8775433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As estruturas condicionais no código representam decisões de negócio.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" name="Google Shape;610;p16">
            <a:extLst>
              <a:ext uri="{FF2B5EF4-FFF2-40B4-BE49-F238E27FC236}">
                <a16:creationId xmlns:a16="http://schemas.microsoft.com/office/drawing/2014/main" id="{8B9C5802-1EAF-7C1C-5687-A90D7959520C}"/>
              </a:ext>
            </a:extLst>
          </p:cNvPr>
          <p:cNvSpPr/>
          <p:nvPr/>
        </p:nvSpPr>
        <p:spPr>
          <a:xfrm rot="10800000" flipH="1">
            <a:off x="2947966" y="2608884"/>
            <a:ext cx="4825428" cy="2338450"/>
          </a:xfrm>
          <a:prstGeom prst="foldedCorner">
            <a:avLst>
              <a:gd name="adj" fmla="val 16667"/>
            </a:avLst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" name="Google Shape;2838;p272">
            <a:extLst>
              <a:ext uri="{FF2B5EF4-FFF2-40B4-BE49-F238E27FC236}">
                <a16:creationId xmlns:a16="http://schemas.microsoft.com/office/drawing/2014/main" id="{A1672AA6-CF97-C0E7-C6A1-4940480DF098}"/>
              </a:ext>
            </a:extLst>
          </p:cNvPr>
          <p:cNvSpPr txBox="1"/>
          <p:nvPr/>
        </p:nvSpPr>
        <p:spPr>
          <a:xfrm>
            <a:off x="3113565" y="2700278"/>
            <a:ext cx="4470451" cy="2085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ts val="1100"/>
            </a:pPr>
            <a:r>
              <a:rPr lang="pt-BR" sz="1800" b="1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Faixas de desempenho de vendas:</a:t>
            </a:r>
            <a:endParaRPr sz="1800" b="1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média ≥ 30 → giro alto;</a:t>
            </a:r>
            <a:endParaRPr sz="180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média ≥ 10 e &lt; 30 → giro médio;</a:t>
            </a:r>
            <a:endParaRPr sz="180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média &lt; 10 → giro baixo;</a:t>
            </a:r>
            <a:endParaRPr sz="1800">
              <a:solidFill>
                <a:schemeClr val="bg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200"/>
              <a:buFont typeface="Arial" panose="020B0604020202020204" pitchFamily="34" charset="0"/>
              <a:buChar char="•"/>
            </a:pPr>
            <a:r>
              <a:rPr lang="pt-BR" sz="180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sem vendas → sem histórico.</a:t>
            </a:r>
            <a:endParaRPr sz="1800">
              <a:solidFill>
                <a:schemeClr val="bg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4" name="Google Shape;2839;p271">
            <a:extLst>
              <a:ext uri="{FF2B5EF4-FFF2-40B4-BE49-F238E27FC236}">
                <a16:creationId xmlns:a16="http://schemas.microsoft.com/office/drawing/2014/main" id="{6115C653-0633-56B1-09CD-2A8D822BA770}"/>
              </a:ext>
            </a:extLst>
          </p:cNvPr>
          <p:cNvSpPr txBox="1"/>
          <p:nvPr/>
        </p:nvSpPr>
        <p:spPr>
          <a:xfrm>
            <a:off x="8536929" y="4912433"/>
            <a:ext cx="301065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lang="pt-BR" sz="1100" dirty="0">
              <a:latin typeface="Poppins"/>
              <a:ea typeface="Poppins"/>
              <a:cs typeface="Poppins"/>
            </a:endParaRPr>
          </a:p>
        </p:txBody>
      </p:sp>
      <p:sp>
        <p:nvSpPr>
          <p:cNvPr id="6" name="Google Shape;2839;p272">
            <a:extLst>
              <a:ext uri="{FF2B5EF4-FFF2-40B4-BE49-F238E27FC236}">
                <a16:creationId xmlns:a16="http://schemas.microsoft.com/office/drawing/2014/main" id="{9010C224-2331-45C4-B5C0-E9908F94A13A}"/>
              </a:ext>
            </a:extLst>
          </p:cNvPr>
          <p:cNvSpPr txBox="1"/>
          <p:nvPr/>
        </p:nvSpPr>
        <p:spPr>
          <a:xfrm>
            <a:off x="8386100" y="2582146"/>
            <a:ext cx="3274958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Exemplo em Python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media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30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giro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media &gt;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giro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dirty="0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 dirty="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dirty="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giro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 dirty="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dirty="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 sz="1800" dirty="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D98713A6-336C-5986-260A-18E766D76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849;p64">
            <a:extLst>
              <a:ext uri="{FF2B5EF4-FFF2-40B4-BE49-F238E27FC236}">
                <a16:creationId xmlns:a16="http://schemas.microsoft.com/office/drawing/2014/main" id="{4D1FCC38-660A-02EA-C9B3-B056ABED5966}"/>
              </a:ext>
            </a:extLst>
          </p:cNvPr>
          <p:cNvSpPr/>
          <p:nvPr/>
        </p:nvSpPr>
        <p:spPr>
          <a:xfrm>
            <a:off x="3026388" y="377728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850;p64">
            <a:extLst>
              <a:ext uri="{FF2B5EF4-FFF2-40B4-BE49-F238E27FC236}">
                <a16:creationId xmlns:a16="http://schemas.microsoft.com/office/drawing/2014/main" id="{C7EA2D45-B5F8-DC9F-851D-BEFD23066C7D}"/>
              </a:ext>
            </a:extLst>
          </p:cNvPr>
          <p:cNvSpPr/>
          <p:nvPr/>
        </p:nvSpPr>
        <p:spPr>
          <a:xfrm>
            <a:off x="6738417" y="376401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851;p64">
            <a:extLst>
              <a:ext uri="{FF2B5EF4-FFF2-40B4-BE49-F238E27FC236}">
                <a16:creationId xmlns:a16="http://schemas.microsoft.com/office/drawing/2014/main" id="{36B49BC9-9553-68DF-4E80-6322B197DCE1}"/>
              </a:ext>
            </a:extLst>
          </p:cNvPr>
          <p:cNvSpPr/>
          <p:nvPr/>
        </p:nvSpPr>
        <p:spPr>
          <a:xfrm>
            <a:off x="3026388" y="4866581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53;p64">
            <a:extLst>
              <a:ext uri="{FF2B5EF4-FFF2-40B4-BE49-F238E27FC236}">
                <a16:creationId xmlns:a16="http://schemas.microsoft.com/office/drawing/2014/main" id="{C9348E14-6BD4-1357-33BF-CC180964AE06}"/>
              </a:ext>
            </a:extLst>
          </p:cNvPr>
          <p:cNvSpPr/>
          <p:nvPr/>
        </p:nvSpPr>
        <p:spPr>
          <a:xfrm>
            <a:off x="6738417" y="485330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6773C115-602E-F2A6-4750-112EC29F791A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618610DE-BF54-162F-6BD1-C0A0A3B80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BB13BBF9-A7CE-8C02-F22E-A2A75F4E1348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59750C3B-D405-B580-0654-E7F5DAEF69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1801" y="635968"/>
            <a:ext cx="7201694" cy="515408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000" dirty="0">
                <a:latin typeface="Poppins"/>
                <a:cs typeface="Poppins"/>
              </a:rPr>
              <a:t>O sistema classifica o desempenho de vendas conforme a média das quantidades vendidas. Qual trecho do algoritmo é responsável por decidir se o desempenho será "alto", "médio" ou "baixo"?</a:t>
            </a:r>
          </a:p>
        </p:txBody>
      </p:sp>
      <p:sp>
        <p:nvSpPr>
          <p:cNvPr id="2" name="Google Shape;852;p64">
            <a:extLst>
              <a:ext uri="{FF2B5EF4-FFF2-40B4-BE49-F238E27FC236}">
                <a16:creationId xmlns:a16="http://schemas.microsoft.com/office/drawing/2014/main" id="{40D9303F-0657-E6D2-4352-6A83C83EF2A4}"/>
              </a:ext>
            </a:extLst>
          </p:cNvPr>
          <p:cNvSpPr txBox="1"/>
          <p:nvPr/>
        </p:nvSpPr>
        <p:spPr>
          <a:xfrm>
            <a:off x="3279980" y="5123923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cálculo da média.</a:t>
            </a:r>
            <a:endParaRPr lang="pt-BR" sz="2000" dirty="0"/>
          </a:p>
        </p:txBody>
      </p:sp>
      <p:sp>
        <p:nvSpPr>
          <p:cNvPr id="5" name="Google Shape;854;p64">
            <a:extLst>
              <a:ext uri="{FF2B5EF4-FFF2-40B4-BE49-F238E27FC236}">
                <a16:creationId xmlns:a16="http://schemas.microsoft.com/office/drawing/2014/main" id="{3B30F271-3498-D5A4-79C6-693642042D8E}"/>
              </a:ext>
            </a:extLst>
          </p:cNvPr>
          <p:cNvSpPr txBox="1"/>
          <p:nvPr/>
        </p:nvSpPr>
        <p:spPr>
          <a:xfrm>
            <a:off x="6998876" y="4956763"/>
            <a:ext cx="287415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exibição do resultado.</a:t>
            </a:r>
          </a:p>
        </p:txBody>
      </p:sp>
      <p:sp>
        <p:nvSpPr>
          <p:cNvPr id="11" name="Google Shape;855;p64">
            <a:extLst>
              <a:ext uri="{FF2B5EF4-FFF2-40B4-BE49-F238E27FC236}">
                <a16:creationId xmlns:a16="http://schemas.microsoft.com/office/drawing/2014/main" id="{ABA620DC-69AF-7B74-22BE-7462CA958E3F}"/>
              </a:ext>
            </a:extLst>
          </p:cNvPr>
          <p:cNvSpPr txBox="1"/>
          <p:nvPr/>
        </p:nvSpPr>
        <p:spPr>
          <a:xfrm>
            <a:off x="3270970" y="3880740"/>
            <a:ext cx="290541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estrutura condicional.</a:t>
            </a:r>
            <a:endParaRPr lang="pt-BR" sz="2000" dirty="0"/>
          </a:p>
        </p:txBody>
      </p:sp>
      <p:sp>
        <p:nvSpPr>
          <p:cNvPr id="20" name="Google Shape;856;p64">
            <a:extLst>
              <a:ext uri="{FF2B5EF4-FFF2-40B4-BE49-F238E27FC236}">
                <a16:creationId xmlns:a16="http://schemas.microsoft.com/office/drawing/2014/main" id="{32B59E54-585A-5342-A0C6-7CEF0F74353A}"/>
              </a:ext>
            </a:extLst>
          </p:cNvPr>
          <p:cNvSpPr txBox="1"/>
          <p:nvPr/>
        </p:nvSpPr>
        <p:spPr>
          <a:xfrm>
            <a:off x="6998876" y="3867468"/>
            <a:ext cx="287415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leitura dos valores de entrada.</a:t>
            </a:r>
          </a:p>
        </p:txBody>
      </p:sp>
    </p:spTree>
    <p:extLst>
      <p:ext uri="{BB962C8B-B14F-4D97-AF65-F5344CB8AC3E}">
        <p14:creationId xmlns:p14="http://schemas.microsoft.com/office/powerpoint/2010/main" val="348024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67">
          <a:extLst>
            <a:ext uri="{FF2B5EF4-FFF2-40B4-BE49-F238E27FC236}">
              <a16:creationId xmlns:a16="http://schemas.microsoft.com/office/drawing/2014/main" id="{96249FC5-586A-65E0-4E0C-C4A20654C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12;p61">
            <a:extLst>
              <a:ext uri="{FF2B5EF4-FFF2-40B4-BE49-F238E27FC236}">
                <a16:creationId xmlns:a16="http://schemas.microsoft.com/office/drawing/2014/main" id="{5E37B085-6F2E-5E76-9A90-1C0FCFD21FC0}"/>
              </a:ext>
            </a:extLst>
          </p:cNvPr>
          <p:cNvSpPr/>
          <p:nvPr/>
        </p:nvSpPr>
        <p:spPr>
          <a:xfrm flipH="1">
            <a:off x="11472465" y="1"/>
            <a:ext cx="719535" cy="718283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CD4082F-916A-8A5A-EA10-1F574A660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5107" y="245921"/>
            <a:ext cx="435935" cy="390047"/>
          </a:xfrm>
          <a:prstGeom prst="rect">
            <a:avLst/>
          </a:prstGeom>
        </p:spPr>
      </p:pic>
      <p:sp>
        <p:nvSpPr>
          <p:cNvPr id="7" name="Google Shape;833;p62">
            <a:extLst>
              <a:ext uri="{FF2B5EF4-FFF2-40B4-BE49-F238E27FC236}">
                <a16:creationId xmlns:a16="http://schemas.microsoft.com/office/drawing/2014/main" id="{21B5A3E2-87C7-9F3D-11E7-C18F2B994934}"/>
              </a:ext>
            </a:extLst>
          </p:cNvPr>
          <p:cNvSpPr txBox="1"/>
          <p:nvPr/>
        </p:nvSpPr>
        <p:spPr>
          <a:xfrm>
            <a:off x="11469781" y="-944"/>
            <a:ext cx="721717" cy="198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 algn="ctr">
              <a:lnSpc>
                <a:spcPct val="107000"/>
              </a:lnSpc>
              <a:buSzPts val="2700"/>
            </a:pPr>
            <a:r>
              <a:rPr lang="pt-BR" sz="800" b="1">
                <a:solidFill>
                  <a:schemeClr val="lt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Registro</a:t>
            </a:r>
            <a:endParaRPr sz="80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r">
              <a:lnSpc>
                <a:spcPct val="107000"/>
              </a:lnSpc>
              <a:spcBef>
                <a:spcPts val="715"/>
              </a:spcBef>
              <a:buSzPts val="2700"/>
            </a:pPr>
            <a:endParaRPr sz="800">
              <a:solidFill>
                <a:schemeClr val="lt1"/>
              </a:solidFill>
              <a:latin typeface="Poppins" panose="00000500000000000000" pitchFamily="2" charset="0"/>
              <a:ea typeface="Poppins Light"/>
              <a:cs typeface="Poppins" panose="00000500000000000000" pitchFamily="2" charset="0"/>
              <a:sym typeface="Poppins Light"/>
            </a:endParaRPr>
          </a:p>
        </p:txBody>
      </p:sp>
      <p:sp>
        <p:nvSpPr>
          <p:cNvPr id="3" name="Google Shape;1434;p98">
            <a:extLst>
              <a:ext uri="{FF2B5EF4-FFF2-40B4-BE49-F238E27FC236}">
                <a16:creationId xmlns:a16="http://schemas.microsoft.com/office/drawing/2014/main" id="{E81014E7-86FA-B669-0C4D-30531679795C}"/>
              </a:ext>
            </a:extLst>
          </p:cNvPr>
          <p:cNvSpPr/>
          <p:nvPr/>
        </p:nvSpPr>
        <p:spPr>
          <a:xfrm>
            <a:off x="2448429" y="4973309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1435;p98">
            <a:extLst>
              <a:ext uri="{FF2B5EF4-FFF2-40B4-BE49-F238E27FC236}">
                <a16:creationId xmlns:a16="http://schemas.microsoft.com/office/drawing/2014/main" id="{24AF8E60-FEC1-5F80-BC58-6F30EF4126B6}"/>
              </a:ext>
            </a:extLst>
          </p:cNvPr>
          <p:cNvSpPr/>
          <p:nvPr/>
        </p:nvSpPr>
        <p:spPr>
          <a:xfrm>
            <a:off x="10204320" y="4954461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436;p98">
            <a:extLst>
              <a:ext uri="{FF2B5EF4-FFF2-40B4-BE49-F238E27FC236}">
                <a16:creationId xmlns:a16="http://schemas.microsoft.com/office/drawing/2014/main" id="{9D4975F4-151C-FDE8-2F5A-7A6E2EF247DA}"/>
              </a:ext>
            </a:extLst>
          </p:cNvPr>
          <p:cNvSpPr/>
          <p:nvPr/>
        </p:nvSpPr>
        <p:spPr>
          <a:xfrm>
            <a:off x="10223174" y="3891662"/>
            <a:ext cx="514600" cy="5636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437;p98">
            <a:extLst>
              <a:ext uri="{FF2B5EF4-FFF2-40B4-BE49-F238E27FC236}">
                <a16:creationId xmlns:a16="http://schemas.microsoft.com/office/drawing/2014/main" id="{5B5A5C2E-503C-C025-0D8D-CA7C773AB6B5}"/>
              </a:ext>
            </a:extLst>
          </p:cNvPr>
          <p:cNvSpPr/>
          <p:nvPr/>
        </p:nvSpPr>
        <p:spPr>
          <a:xfrm rot="-3043640">
            <a:off x="2518337" y="4054775"/>
            <a:ext cx="385459" cy="265917"/>
          </a:xfrm>
          <a:prstGeom prst="corner">
            <a:avLst>
              <a:gd name="adj1" fmla="val 36796"/>
              <a:gd name="adj2" fmla="val 29665"/>
            </a:avLst>
          </a:prstGeom>
          <a:solidFill>
            <a:srgbClr val="92D050"/>
          </a:solidFill>
          <a:ln>
            <a:noFill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200"/>
            </a:pPr>
            <a:endParaRPr sz="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849;p64">
            <a:extLst>
              <a:ext uri="{FF2B5EF4-FFF2-40B4-BE49-F238E27FC236}">
                <a16:creationId xmlns:a16="http://schemas.microsoft.com/office/drawing/2014/main" id="{043212AD-94D1-16CE-208A-3706CEFC53C1}"/>
              </a:ext>
            </a:extLst>
          </p:cNvPr>
          <p:cNvSpPr/>
          <p:nvPr/>
        </p:nvSpPr>
        <p:spPr>
          <a:xfrm>
            <a:off x="3026388" y="3777286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92D050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850;p64">
            <a:extLst>
              <a:ext uri="{FF2B5EF4-FFF2-40B4-BE49-F238E27FC236}">
                <a16:creationId xmlns:a16="http://schemas.microsoft.com/office/drawing/2014/main" id="{3CA5F46D-EC57-0AAD-E239-593E9DD1EF8F}"/>
              </a:ext>
            </a:extLst>
          </p:cNvPr>
          <p:cNvSpPr/>
          <p:nvPr/>
        </p:nvSpPr>
        <p:spPr>
          <a:xfrm>
            <a:off x="6738417" y="3764014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851;p64">
            <a:extLst>
              <a:ext uri="{FF2B5EF4-FFF2-40B4-BE49-F238E27FC236}">
                <a16:creationId xmlns:a16="http://schemas.microsoft.com/office/drawing/2014/main" id="{AC636DE3-A1EA-70C7-D300-AC5BAFB2317A}"/>
              </a:ext>
            </a:extLst>
          </p:cNvPr>
          <p:cNvSpPr/>
          <p:nvPr/>
        </p:nvSpPr>
        <p:spPr>
          <a:xfrm>
            <a:off x="3026388" y="4866581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853;p64">
            <a:extLst>
              <a:ext uri="{FF2B5EF4-FFF2-40B4-BE49-F238E27FC236}">
                <a16:creationId xmlns:a16="http://schemas.microsoft.com/office/drawing/2014/main" id="{1DFCFC51-86D3-8C7D-CAAD-F746A79758D8}"/>
              </a:ext>
            </a:extLst>
          </p:cNvPr>
          <p:cNvSpPr/>
          <p:nvPr/>
        </p:nvSpPr>
        <p:spPr>
          <a:xfrm>
            <a:off x="6738417" y="4853309"/>
            <a:ext cx="3395078" cy="822463"/>
          </a:xfrm>
          <a:custGeom>
            <a:avLst/>
            <a:gdLst/>
            <a:ahLst/>
            <a:cxnLst/>
            <a:rect l="l" t="t" r="r" b="b"/>
            <a:pathLst>
              <a:path w="3772309" h="1054440" extrusionOk="0">
                <a:moveTo>
                  <a:pt x="3679599" y="1054440"/>
                </a:moveTo>
                <a:lnTo>
                  <a:pt x="92710" y="1054440"/>
                </a:lnTo>
                <a:cubicBezTo>
                  <a:pt x="41910" y="1054440"/>
                  <a:pt x="0" y="1012530"/>
                  <a:pt x="0" y="961730"/>
                </a:cubicBezTo>
                <a:lnTo>
                  <a:pt x="0" y="92710"/>
                </a:lnTo>
                <a:cubicBezTo>
                  <a:pt x="0" y="41910"/>
                  <a:pt x="41910" y="0"/>
                  <a:pt x="92710" y="0"/>
                </a:cubicBezTo>
                <a:lnTo>
                  <a:pt x="3678329" y="0"/>
                </a:lnTo>
                <a:cubicBezTo>
                  <a:pt x="3729129" y="0"/>
                  <a:pt x="3771038" y="41910"/>
                  <a:pt x="3771038" y="92710"/>
                </a:cubicBezTo>
                <a:lnTo>
                  <a:pt x="3771038" y="960460"/>
                </a:lnTo>
                <a:cubicBezTo>
                  <a:pt x="3772309" y="1012530"/>
                  <a:pt x="3730399" y="1054440"/>
                  <a:pt x="3679599" y="1054440"/>
                </a:cubicBezTo>
                <a:close/>
              </a:path>
            </a:pathLst>
          </a:custGeom>
          <a:solidFill>
            <a:srgbClr val="529AC2"/>
          </a:solidFill>
          <a:ln w="762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0950" tIns="30467" rIns="60950" bIns="30467" anchor="t" anchorCtr="0">
            <a:noAutofit/>
          </a:bodyPr>
          <a:lstStyle/>
          <a:p>
            <a:pPr>
              <a:buSzPts val="1800"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C1C0F7E-12BD-11A0-D8AE-83403C8BDB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31801" y="635968"/>
            <a:ext cx="7201694" cy="515408"/>
          </a:xfrm>
          <a:prstGeom prst="rect">
            <a:avLst/>
          </a:prstGeom>
        </p:spPr>
        <p:txBody>
          <a:bodyPr lIns="91440" tIns="45720" rIns="91440" bIns="45720" anchor="t"/>
          <a:lstStyle>
            <a:lvl1pPr>
              <a:defRPr sz="3800" b="1" i="0">
                <a:latin typeface="Poppins" pitchFamily="2" charset="77"/>
                <a:cs typeface="Poppins" pitchFamily="2" charset="77"/>
              </a:defRPr>
            </a:lvl1pPr>
            <a:lvl2pPr>
              <a:defRPr sz="3800" b="1" i="0">
                <a:latin typeface="Poppins" pitchFamily="2" charset="77"/>
                <a:cs typeface="Poppins" pitchFamily="2" charset="77"/>
              </a:defRPr>
            </a:lvl2pPr>
            <a:lvl3pPr>
              <a:defRPr sz="3800" b="1" i="0">
                <a:latin typeface="Poppins" pitchFamily="2" charset="77"/>
                <a:cs typeface="Poppins" pitchFamily="2" charset="77"/>
              </a:defRPr>
            </a:lvl3pPr>
            <a:lvl4pPr>
              <a:defRPr sz="3800" b="1" i="0">
                <a:latin typeface="Poppins" pitchFamily="2" charset="77"/>
                <a:cs typeface="Poppins" pitchFamily="2" charset="77"/>
              </a:defRPr>
            </a:lvl4pPr>
            <a:lvl5pPr>
              <a:defRPr sz="3800" b="1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4"/>
            <a:r>
              <a:rPr lang="pt-BR" sz="3000" dirty="0">
                <a:latin typeface="Poppins"/>
                <a:cs typeface="Poppins"/>
              </a:rPr>
              <a:t>O sistema classifica o desempenho de vendas conforme a média das quantidades vendidas. Qual trecho do algoritmo é responsável por decidir se o desempenho será "alto", "médio" ou "baixo"?</a:t>
            </a:r>
          </a:p>
        </p:txBody>
      </p:sp>
      <p:sp>
        <p:nvSpPr>
          <p:cNvPr id="25" name="Google Shape;852;p64">
            <a:extLst>
              <a:ext uri="{FF2B5EF4-FFF2-40B4-BE49-F238E27FC236}">
                <a16:creationId xmlns:a16="http://schemas.microsoft.com/office/drawing/2014/main" id="{CDBFA54F-C82B-E3E6-BC6F-6152644A568F}"/>
              </a:ext>
            </a:extLst>
          </p:cNvPr>
          <p:cNvSpPr txBox="1"/>
          <p:nvPr/>
        </p:nvSpPr>
        <p:spPr>
          <a:xfrm>
            <a:off x="3279980" y="5123923"/>
            <a:ext cx="28873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cálculo da média.</a:t>
            </a:r>
            <a:endParaRPr lang="pt-BR" sz="2000" dirty="0"/>
          </a:p>
        </p:txBody>
      </p:sp>
      <p:sp>
        <p:nvSpPr>
          <p:cNvPr id="26" name="Google Shape;854;p64">
            <a:extLst>
              <a:ext uri="{FF2B5EF4-FFF2-40B4-BE49-F238E27FC236}">
                <a16:creationId xmlns:a16="http://schemas.microsoft.com/office/drawing/2014/main" id="{7194FE9F-2067-EE15-F5D4-660AAD9FE5FB}"/>
              </a:ext>
            </a:extLst>
          </p:cNvPr>
          <p:cNvSpPr txBox="1"/>
          <p:nvPr/>
        </p:nvSpPr>
        <p:spPr>
          <a:xfrm>
            <a:off x="6998876" y="4956763"/>
            <a:ext cx="287415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exibição do resultado.</a:t>
            </a:r>
          </a:p>
        </p:txBody>
      </p:sp>
      <p:sp>
        <p:nvSpPr>
          <p:cNvPr id="27" name="Google Shape;855;p64">
            <a:extLst>
              <a:ext uri="{FF2B5EF4-FFF2-40B4-BE49-F238E27FC236}">
                <a16:creationId xmlns:a16="http://schemas.microsoft.com/office/drawing/2014/main" id="{75A8149C-A3BD-2E87-2447-42B05FDF4BF6}"/>
              </a:ext>
            </a:extLst>
          </p:cNvPr>
          <p:cNvSpPr txBox="1"/>
          <p:nvPr/>
        </p:nvSpPr>
        <p:spPr>
          <a:xfrm>
            <a:off x="3270970" y="3880740"/>
            <a:ext cx="290541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estrutura condicional.</a:t>
            </a:r>
            <a:endParaRPr lang="pt-BR" sz="2000" dirty="0"/>
          </a:p>
        </p:txBody>
      </p:sp>
      <p:sp>
        <p:nvSpPr>
          <p:cNvPr id="28" name="Google Shape;856;p64">
            <a:extLst>
              <a:ext uri="{FF2B5EF4-FFF2-40B4-BE49-F238E27FC236}">
                <a16:creationId xmlns:a16="http://schemas.microsoft.com/office/drawing/2014/main" id="{D79C15AB-0DBD-0BBD-964A-5466BA2592B7}"/>
              </a:ext>
            </a:extLst>
          </p:cNvPr>
          <p:cNvSpPr txBox="1"/>
          <p:nvPr/>
        </p:nvSpPr>
        <p:spPr>
          <a:xfrm>
            <a:off x="6998876" y="3867468"/>
            <a:ext cx="2874158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pt-BR" sz="2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leitura dos valores de entrada.</a:t>
            </a:r>
          </a:p>
        </p:txBody>
      </p:sp>
    </p:spTree>
    <p:extLst>
      <p:ext uri="{BB962C8B-B14F-4D97-AF65-F5344CB8AC3E}">
        <p14:creationId xmlns:p14="http://schemas.microsoft.com/office/powerpoint/2010/main" val="358362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Google Shape;2888;p275"/>
          <p:cNvSpPr txBox="1"/>
          <p:nvPr/>
        </p:nvSpPr>
        <p:spPr>
          <a:xfrm>
            <a:off x="2649390" y="1637874"/>
            <a:ext cx="9146052" cy="1538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Quanto mais objetiva for uma regra de negócio, mais simples será implementá-la em um programa. </a:t>
            </a: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Regras vagas podem gerar interpretações diferentes, enquanto regras objetivas permitem que o sistema tome sempre a mesma decisão.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89" name="Google Shape;2889;p275"/>
          <p:cNvSpPr txBox="1">
            <a:spLocks noGrp="1"/>
          </p:cNvSpPr>
          <p:nvPr>
            <p:ph type="body" idx="1"/>
          </p:nvPr>
        </p:nvSpPr>
        <p:spPr>
          <a:xfrm>
            <a:off x="2631797" y="775173"/>
            <a:ext cx="9381168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Regras claras geram algoritmos confiáveis</a:t>
            </a:r>
            <a:endParaRPr sz="3200" dirty="0"/>
          </a:p>
        </p:txBody>
      </p:sp>
      <p:graphicFrame>
        <p:nvGraphicFramePr>
          <p:cNvPr id="2895" name="Google Shape;2895;p275"/>
          <p:cNvGraphicFramePr/>
          <p:nvPr>
            <p:extLst>
              <p:ext uri="{D42A27DB-BD31-4B8C-83A1-F6EECF244321}">
                <p14:modId xmlns:p14="http://schemas.microsoft.com/office/powerpoint/2010/main" val="1465629907"/>
              </p:ext>
            </p:extLst>
          </p:nvPr>
        </p:nvGraphicFramePr>
        <p:xfrm>
          <a:off x="2698550" y="3221785"/>
          <a:ext cx="8879003" cy="945980"/>
        </p:xfrm>
        <a:graphic>
          <a:graphicData uri="http://schemas.openxmlformats.org/drawingml/2006/table">
            <a:tbl>
              <a:tblPr>
                <a:noFill/>
                <a:tableStyleId>{F98117E4-6555-4A4F-B310-87134BD24971}</a:tableStyleId>
              </a:tblPr>
              <a:tblGrid>
                <a:gridCol w="3313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5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Regra vaga</a:t>
                      </a:r>
                      <a:endParaRPr sz="16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dirty="0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Regra objetiva</a:t>
                      </a:r>
                      <a:endParaRPr sz="16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“Produto que vende pouco.”</a:t>
                      </a:r>
                      <a:endParaRPr sz="1600" u="none" strike="noStrike" cap="none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“Média de quantidade menor que 10 → </a:t>
                      </a:r>
                      <a:r>
                        <a:rPr lang="pt-BR" sz="1600" dirty="0">
                          <a:latin typeface="Poppins"/>
                          <a:ea typeface="Poppins"/>
                          <a:cs typeface="Poppins"/>
                        </a:rPr>
                        <a:t>giro</a:t>
                      </a:r>
                      <a:r>
                        <a:rPr lang="pt-BR" sz="1600" dirty="0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baixo.”</a:t>
                      </a:r>
                      <a:endParaRPr sz="1600" u="none" strike="noStrike" cap="none" dirty="0"/>
                    </a:p>
                  </a:txBody>
                  <a:tcPr marL="114575" marR="114575" marT="114575" marB="114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Google Shape;529;p12">
            <a:extLst>
              <a:ext uri="{FF2B5EF4-FFF2-40B4-BE49-F238E27FC236}">
                <a16:creationId xmlns:a16="http://schemas.microsoft.com/office/drawing/2014/main" id="{2FB2742A-DFBE-AC66-86AE-4BF577DA9A27}"/>
              </a:ext>
            </a:extLst>
          </p:cNvPr>
          <p:cNvSpPr/>
          <p:nvPr/>
        </p:nvSpPr>
        <p:spPr>
          <a:xfrm>
            <a:off x="2698550" y="4659438"/>
            <a:ext cx="6492584" cy="1242893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" name="Google Shape;531;p12">
            <a:extLst>
              <a:ext uri="{FF2B5EF4-FFF2-40B4-BE49-F238E27FC236}">
                <a16:creationId xmlns:a16="http://schemas.microsoft.com/office/drawing/2014/main" id="{7230BA57-1E78-F7C5-54CF-1FE1AB7E73D7}"/>
              </a:ext>
            </a:extLst>
          </p:cNvPr>
          <p:cNvSpPr/>
          <p:nvPr/>
        </p:nvSpPr>
        <p:spPr>
          <a:xfrm>
            <a:off x="2847031" y="4545529"/>
            <a:ext cx="868725" cy="903901"/>
          </a:xfrm>
          <a:custGeom>
            <a:avLst/>
            <a:gdLst/>
            <a:ahLst/>
            <a:cxnLst/>
            <a:rect l="l" t="t" r="r" b="b"/>
            <a:pathLst>
              <a:path w="1124452" h="1216244" extrusionOk="0">
                <a:moveTo>
                  <a:pt x="0" y="0"/>
                </a:moveTo>
                <a:lnTo>
                  <a:pt x="1124452" y="0"/>
                </a:lnTo>
                <a:lnTo>
                  <a:pt x="1124452" y="0"/>
                </a:lnTo>
                <a:lnTo>
                  <a:pt x="1124452" y="803180"/>
                </a:lnTo>
                <a:cubicBezTo>
                  <a:pt x="1124452" y="1031308"/>
                  <a:pt x="939516" y="1216244"/>
                  <a:pt x="711388" y="1216244"/>
                </a:cubicBezTo>
                <a:lnTo>
                  <a:pt x="0" y="1216244"/>
                </a:lnTo>
                <a:lnTo>
                  <a:pt x="0" y="121624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400"/>
            </a:pPr>
            <a:endParaRPr/>
          </a:p>
        </p:txBody>
      </p:sp>
      <p:pic>
        <p:nvPicPr>
          <p:cNvPr id="5" name="Google Shape;533;p12">
            <a:extLst>
              <a:ext uri="{FF2B5EF4-FFF2-40B4-BE49-F238E27FC236}">
                <a16:creationId xmlns:a16="http://schemas.microsoft.com/office/drawing/2014/main" id="{63CF4579-B837-B027-D2C3-4E4E6CC8766D}"/>
              </a:ext>
            </a:extLst>
          </p:cNvPr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68324" y="4691324"/>
            <a:ext cx="548441" cy="52608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Espaço Reservado para Texto 22">
            <a:extLst>
              <a:ext uri="{FF2B5EF4-FFF2-40B4-BE49-F238E27FC236}">
                <a16:creationId xmlns:a16="http://schemas.microsoft.com/office/drawing/2014/main" id="{FE06E0FC-CC34-6A3A-567B-ABDF21EEB1BB}"/>
              </a:ext>
            </a:extLst>
          </p:cNvPr>
          <p:cNvSpPr txBox="1">
            <a:spLocks/>
          </p:cNvSpPr>
          <p:nvPr/>
        </p:nvSpPr>
        <p:spPr>
          <a:xfrm>
            <a:off x="3937049" y="4765576"/>
            <a:ext cx="6770665" cy="32876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8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Tome nota</a:t>
            </a:r>
          </a:p>
        </p:txBody>
      </p:sp>
      <p:sp>
        <p:nvSpPr>
          <p:cNvPr id="7" name="Espaço Reservado para Texto 12">
            <a:extLst>
              <a:ext uri="{FF2B5EF4-FFF2-40B4-BE49-F238E27FC236}">
                <a16:creationId xmlns:a16="http://schemas.microsoft.com/office/drawing/2014/main" id="{A2B0F4BA-EB3F-07B2-63DD-E1950311A1B0}"/>
              </a:ext>
            </a:extLst>
          </p:cNvPr>
          <p:cNvSpPr txBox="1">
            <a:spLocks/>
          </p:cNvSpPr>
          <p:nvPr/>
        </p:nvSpPr>
        <p:spPr>
          <a:xfrm>
            <a:off x="3937049" y="5126331"/>
            <a:ext cx="4801598" cy="56090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400" b="0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Regras bem definidas tornam o sistema mais confiável e facilitam sua manutenção.</a:t>
            </a:r>
          </a:p>
          <a:p>
            <a:endParaRPr lang="pt-BR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3">
          <a:extLst>
            <a:ext uri="{FF2B5EF4-FFF2-40B4-BE49-F238E27FC236}">
              <a16:creationId xmlns:a16="http://schemas.microsoft.com/office/drawing/2014/main" id="{B8B751B0-1149-47CB-5C29-1BC1BC11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ço Reservado para Texto 9">
            <a:extLst>
              <a:ext uri="{FF2B5EF4-FFF2-40B4-BE49-F238E27FC236}">
                <a16:creationId xmlns:a16="http://schemas.microsoft.com/office/drawing/2014/main" id="{E95911DD-6663-930B-1A27-D8C03A55B849}"/>
              </a:ext>
            </a:extLst>
          </p:cNvPr>
          <p:cNvSpPr txBox="1">
            <a:spLocks/>
          </p:cNvSpPr>
          <p:nvPr/>
        </p:nvSpPr>
        <p:spPr>
          <a:xfrm>
            <a:off x="967686" y="3745841"/>
            <a:ext cx="2605606" cy="3132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2200"/>
            </a:pP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Obter as quantidades vendidas do produto.</a:t>
            </a:r>
          </a:p>
        </p:txBody>
      </p:sp>
      <p:sp>
        <p:nvSpPr>
          <p:cNvPr id="14" name="Espaço Reservado para Texto 9">
            <a:extLst>
              <a:ext uri="{FF2B5EF4-FFF2-40B4-BE49-F238E27FC236}">
                <a16:creationId xmlns:a16="http://schemas.microsoft.com/office/drawing/2014/main" id="{749DF419-E283-8A97-D57C-B61D294EC865}"/>
              </a:ext>
            </a:extLst>
          </p:cNvPr>
          <p:cNvSpPr txBox="1">
            <a:spLocks/>
          </p:cNvSpPr>
          <p:nvPr/>
        </p:nvSpPr>
        <p:spPr>
          <a:xfrm>
            <a:off x="3713042" y="3745841"/>
            <a:ext cx="2505759" cy="3132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a média dessas quantidades.</a:t>
            </a:r>
          </a:p>
        </p:txBody>
      </p:sp>
      <p:sp>
        <p:nvSpPr>
          <p:cNvPr id="15" name="Espaço Reservado para Texto 9">
            <a:extLst>
              <a:ext uri="{FF2B5EF4-FFF2-40B4-BE49-F238E27FC236}">
                <a16:creationId xmlns:a16="http://schemas.microsoft.com/office/drawing/2014/main" id="{A94CFBBF-CB83-2E74-6B36-A8A4DE33F56C}"/>
              </a:ext>
            </a:extLst>
          </p:cNvPr>
          <p:cNvSpPr txBox="1">
            <a:spLocks/>
          </p:cNvSpPr>
          <p:nvPr/>
        </p:nvSpPr>
        <p:spPr>
          <a:xfrm>
            <a:off x="6364152" y="3745841"/>
            <a:ext cx="2669261" cy="3132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Comparar o resultado com as faixas de giro.</a:t>
            </a:r>
          </a:p>
        </p:txBody>
      </p:sp>
      <p:cxnSp>
        <p:nvCxnSpPr>
          <p:cNvPr id="18" name="Google Shape;735;p55">
            <a:extLst>
              <a:ext uri="{FF2B5EF4-FFF2-40B4-BE49-F238E27FC236}">
                <a16:creationId xmlns:a16="http://schemas.microsoft.com/office/drawing/2014/main" id="{48EB6FAA-9C35-930A-02F2-565DFF4745E5}"/>
              </a:ext>
            </a:extLst>
          </p:cNvPr>
          <p:cNvCxnSpPr/>
          <p:nvPr/>
        </p:nvCxnSpPr>
        <p:spPr>
          <a:xfrm rot="10800000">
            <a:off x="3640766" y="3629405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19" name="Google Shape;744;p55">
            <a:extLst>
              <a:ext uri="{FF2B5EF4-FFF2-40B4-BE49-F238E27FC236}">
                <a16:creationId xmlns:a16="http://schemas.microsoft.com/office/drawing/2014/main" id="{098D085F-02FF-9534-9C42-C287EC1A4411}"/>
              </a:ext>
            </a:extLst>
          </p:cNvPr>
          <p:cNvCxnSpPr/>
          <p:nvPr/>
        </p:nvCxnSpPr>
        <p:spPr>
          <a:xfrm rot="10800000">
            <a:off x="886315" y="3610641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cxnSp>
        <p:nvCxnSpPr>
          <p:cNvPr id="20" name="Google Shape;745;p55">
            <a:extLst>
              <a:ext uri="{FF2B5EF4-FFF2-40B4-BE49-F238E27FC236}">
                <a16:creationId xmlns:a16="http://schemas.microsoft.com/office/drawing/2014/main" id="{0E782D77-E939-FFDE-CBCC-D01236EB1DFD}"/>
              </a:ext>
            </a:extLst>
          </p:cNvPr>
          <p:cNvCxnSpPr/>
          <p:nvPr/>
        </p:nvCxnSpPr>
        <p:spPr>
          <a:xfrm rot="10800000">
            <a:off x="6296427" y="3610641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1" name="Google Shape;729;p55">
            <a:extLst>
              <a:ext uri="{FF2B5EF4-FFF2-40B4-BE49-F238E27FC236}">
                <a16:creationId xmlns:a16="http://schemas.microsoft.com/office/drawing/2014/main" id="{54E9176E-09C1-34BF-F520-B500A0BC4D2B}"/>
              </a:ext>
            </a:extLst>
          </p:cNvPr>
          <p:cNvSpPr txBox="1"/>
          <p:nvPr/>
        </p:nvSpPr>
        <p:spPr>
          <a:xfrm>
            <a:off x="555423" y="3058915"/>
            <a:ext cx="68535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Google Shape;731;p55">
            <a:extLst>
              <a:ext uri="{FF2B5EF4-FFF2-40B4-BE49-F238E27FC236}">
                <a16:creationId xmlns:a16="http://schemas.microsoft.com/office/drawing/2014/main" id="{C924D79C-499E-CF7D-002F-7C65486A13FE}"/>
              </a:ext>
            </a:extLst>
          </p:cNvPr>
          <p:cNvSpPr txBox="1"/>
          <p:nvPr/>
        </p:nvSpPr>
        <p:spPr>
          <a:xfrm>
            <a:off x="3298088" y="3058915"/>
            <a:ext cx="68535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Google Shape;732;p55">
            <a:extLst>
              <a:ext uri="{FF2B5EF4-FFF2-40B4-BE49-F238E27FC236}">
                <a16:creationId xmlns:a16="http://schemas.microsoft.com/office/drawing/2014/main" id="{DC57248D-6FF6-A434-0100-8290BA732E80}"/>
              </a:ext>
            </a:extLst>
          </p:cNvPr>
          <p:cNvSpPr txBox="1"/>
          <p:nvPr/>
        </p:nvSpPr>
        <p:spPr>
          <a:xfrm>
            <a:off x="5965536" y="3058915"/>
            <a:ext cx="68535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Google Shape;2901;p276">
            <a:extLst>
              <a:ext uri="{FF2B5EF4-FFF2-40B4-BE49-F238E27FC236}">
                <a16:creationId xmlns:a16="http://schemas.microsoft.com/office/drawing/2014/main" id="{32FC0F14-1ACF-72F3-6B86-2D35447A57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31797" y="786775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Pensando como desenvolvedor</a:t>
            </a:r>
            <a:endParaRPr sz="3200" dirty="0"/>
          </a:p>
        </p:txBody>
      </p:sp>
      <p:sp>
        <p:nvSpPr>
          <p:cNvPr id="7" name="Google Shape;2902;p276">
            <a:extLst>
              <a:ext uri="{FF2B5EF4-FFF2-40B4-BE49-F238E27FC236}">
                <a16:creationId xmlns:a16="http://schemas.microsoft.com/office/drawing/2014/main" id="{F3D29AF0-23E4-7ABC-4FDB-01DA201ADE91}"/>
              </a:ext>
            </a:extLst>
          </p:cNvPr>
          <p:cNvSpPr txBox="1"/>
          <p:nvPr/>
        </p:nvSpPr>
        <p:spPr>
          <a:xfrm>
            <a:off x="2631797" y="1585664"/>
            <a:ext cx="9320265" cy="1015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Aft>
                <a:spcPts val="120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escrever o código, é importante </a:t>
            </a: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organizar a lógica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do problema. O algoritmo de classificação segue esta sequência: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" name="Espaço Reservado para Texto 9">
            <a:extLst>
              <a:ext uri="{FF2B5EF4-FFF2-40B4-BE49-F238E27FC236}">
                <a16:creationId xmlns:a16="http://schemas.microsoft.com/office/drawing/2014/main" id="{7E4D4A74-5281-3ADB-4445-632A5F692816}"/>
              </a:ext>
            </a:extLst>
          </p:cNvPr>
          <p:cNvSpPr txBox="1">
            <a:spLocks/>
          </p:cNvSpPr>
          <p:nvPr/>
        </p:nvSpPr>
        <p:spPr>
          <a:xfrm>
            <a:off x="9240091" y="3750759"/>
            <a:ext cx="2768533" cy="3132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>
                <a:solidFill>
                  <a:srgbClr val="000000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93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88900" lvl="0">
              <a:lnSpc>
                <a:spcPct val="115000"/>
              </a:lnSpc>
              <a:buClr>
                <a:schemeClr val="dk1"/>
              </a:buClr>
              <a:buSzPts val="2200"/>
            </a:pPr>
            <a:r>
              <a:rPr lang="pt-BR" sz="16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Apresentar a classificação (alto, médio ou baixo).</a:t>
            </a:r>
          </a:p>
        </p:txBody>
      </p:sp>
      <p:cxnSp>
        <p:nvCxnSpPr>
          <p:cNvPr id="9" name="Google Shape;745;p55">
            <a:extLst>
              <a:ext uri="{FF2B5EF4-FFF2-40B4-BE49-F238E27FC236}">
                <a16:creationId xmlns:a16="http://schemas.microsoft.com/office/drawing/2014/main" id="{0835EBD8-CFFE-375C-29B3-0C5FAF8D13BE}"/>
              </a:ext>
            </a:extLst>
          </p:cNvPr>
          <p:cNvCxnSpPr/>
          <p:nvPr/>
        </p:nvCxnSpPr>
        <p:spPr>
          <a:xfrm rot="10800000">
            <a:off x="9172366" y="3615559"/>
            <a:ext cx="0" cy="150705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diamond" w="med" len="med"/>
            <a:tailEnd type="none" w="sm" len="sm"/>
          </a:ln>
        </p:spPr>
      </p:cxnSp>
      <p:sp>
        <p:nvSpPr>
          <p:cNvPr id="24" name="Google Shape;732;p55">
            <a:extLst>
              <a:ext uri="{FF2B5EF4-FFF2-40B4-BE49-F238E27FC236}">
                <a16:creationId xmlns:a16="http://schemas.microsoft.com/office/drawing/2014/main" id="{8EB955B5-8FFE-791E-4A4F-AEEE6D451DD5}"/>
              </a:ext>
            </a:extLst>
          </p:cNvPr>
          <p:cNvSpPr txBox="1"/>
          <p:nvPr/>
        </p:nvSpPr>
        <p:spPr>
          <a:xfrm>
            <a:off x="8841475" y="3063833"/>
            <a:ext cx="685357" cy="57049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pPr algn="ctr">
              <a:buSzPts val="3500"/>
            </a:pPr>
            <a:r>
              <a:rPr lang="en-US" sz="24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sz="2400" b="1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780937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277"/>
          <p:cNvSpPr txBox="1"/>
          <p:nvPr/>
        </p:nvSpPr>
        <p:spPr>
          <a:xfrm>
            <a:off x="2750448" y="1947908"/>
            <a:ext cx="8368651" cy="2985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Aft>
                <a:spcPts val="1200"/>
              </a:spcAft>
              <a:buNone/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Identifiquem, na sequência do algoritmo de classificação, qual etapa representa: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entrada de dados;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processamento;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decisão;</a:t>
            </a:r>
            <a:endParaRPr sz="2200" dirty="0">
              <a:latin typeface="Poppins"/>
              <a:ea typeface="Poppins"/>
              <a:cs typeface="Poppins"/>
              <a:sym typeface="Poppins"/>
            </a:endParaRPr>
          </a:p>
          <a:p>
            <a:pPr marL="342900" lvl="0" indent="-342900" algn="l" rtl="0">
              <a:spcAft>
                <a:spcPts val="1200"/>
              </a:spcAft>
              <a:buClr>
                <a:schemeClr val="dk1"/>
              </a:buClr>
              <a:buSzPts val="2200"/>
              <a:buBlip>
                <a:blip r:embed="rId3"/>
              </a:buBlip>
            </a:pPr>
            <a:r>
              <a:rPr lang="pt-BR" sz="2200" dirty="0">
                <a:latin typeface="Poppins"/>
                <a:ea typeface="Poppins"/>
                <a:cs typeface="Poppins"/>
                <a:sym typeface="Poppins"/>
              </a:rPr>
              <a:t>saída.</a:t>
            </a:r>
            <a:endParaRPr sz="2200" dirty="0">
              <a:latin typeface="Poppins"/>
              <a:ea typeface="Poppins"/>
              <a:cs typeface="Poppins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004E0909-B2B7-E860-AEE7-F019A473E3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8692" y="835069"/>
            <a:ext cx="3496733" cy="728133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AB1F26B-768C-1360-E55F-B5DD55C29D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0263" y="915488"/>
            <a:ext cx="635000" cy="6011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0660AF4-FCAC-F2D1-31A7-74756F6AD0A8}"/>
              </a:ext>
            </a:extLst>
          </p:cNvPr>
          <p:cNvSpPr txBox="1"/>
          <p:nvPr/>
        </p:nvSpPr>
        <p:spPr>
          <a:xfrm>
            <a:off x="8435822" y="1059399"/>
            <a:ext cx="2522013" cy="20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rtlCol="0" anchor="t" anchorCtr="0">
            <a:noAutofit/>
          </a:bodyPr>
          <a:lstStyle/>
          <a:p>
            <a:pPr algn="ctr"/>
            <a:r>
              <a:rPr lang="pt-BR" sz="1600" b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VIREM E CONVERSEM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278"/>
          <p:cNvSpPr txBox="1"/>
          <p:nvPr/>
        </p:nvSpPr>
        <p:spPr>
          <a:xfrm>
            <a:off x="2694972" y="695664"/>
            <a:ext cx="8887427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Classificando o desempenho de vendas na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1" name="Google Shape;2931;p278"/>
          <p:cNvSpPr txBox="1"/>
          <p:nvPr/>
        </p:nvSpPr>
        <p:spPr>
          <a:xfrm>
            <a:off x="2752132" y="1901213"/>
            <a:ext cx="4120007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Papelaria Ponto Certo quer classificar o desempenho de vendas de cada produto. O sistema já tem o catálogo: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Aft>
                <a:spcPts val="1200"/>
              </a:spcAft>
              <a:buNone/>
            </a:pP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2" name="Google Shape;2932;p278"/>
          <p:cNvSpPr txBox="1"/>
          <p:nvPr/>
        </p:nvSpPr>
        <p:spPr>
          <a:xfrm>
            <a:off x="2752133" y="3546984"/>
            <a:ext cx="3428055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produtos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18.50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"Caneta"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4.50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3" name="Google Shape;2933;p278"/>
          <p:cNvSpPr txBox="1"/>
          <p:nvPr/>
        </p:nvSpPr>
        <p:spPr>
          <a:xfrm>
            <a:off x="7135655" y="3508353"/>
            <a:ext cx="3908700" cy="15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vendas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"2026-01-15"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"2026-02-10"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[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8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"2026-03-05"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],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]</a:t>
            </a:r>
            <a:endParaRPr sz="1800"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4" name="Google Shape;2934;p278"/>
          <p:cNvSpPr txBox="1"/>
          <p:nvPr/>
        </p:nvSpPr>
        <p:spPr>
          <a:xfrm>
            <a:off x="7135656" y="1886447"/>
            <a:ext cx="4374242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Aft>
                <a:spcPts val="1200"/>
              </a:spcAft>
              <a:buNone/>
            </a:pPr>
            <a:r>
              <a:rPr lang="pt-BR" sz="2000" dirty="0">
                <a:latin typeface="Poppins"/>
                <a:ea typeface="Poppins"/>
                <a:cs typeface="Poppins"/>
                <a:sym typeface="Poppins"/>
              </a:rPr>
              <a:t>As vendas ficam em outra lista. Cada item guarda o nome do produto, a quantidade vendida e a data: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6" name="Google Shape;2936;p278"/>
          <p:cNvSpPr txBox="1"/>
          <p:nvPr/>
        </p:nvSpPr>
        <p:spPr>
          <a:xfrm>
            <a:off x="2678567" y="5139640"/>
            <a:ext cx="8914176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 base nas informações, realizem as tarefas a seguir.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" name="Google Shape;474;p35">
            <a:extLst>
              <a:ext uri="{FF2B5EF4-FFF2-40B4-BE49-F238E27FC236}">
                <a16:creationId xmlns:a16="http://schemas.microsoft.com/office/drawing/2014/main" id="{DABA2E96-561E-43E4-1760-F7012A46DE21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" name="Google Shape;475;p35">
              <a:extLst>
                <a:ext uri="{FF2B5EF4-FFF2-40B4-BE49-F238E27FC236}">
                  <a16:creationId xmlns:a16="http://schemas.microsoft.com/office/drawing/2014/main" id="{D7706316-8D1A-3279-A164-AF9279D5A3C5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476;p35">
              <a:extLst>
                <a:ext uri="{FF2B5EF4-FFF2-40B4-BE49-F238E27FC236}">
                  <a16:creationId xmlns:a16="http://schemas.microsoft.com/office/drawing/2014/main" id="{41EDDC4A-BE49-0420-ACCC-5CABBEAB5171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477;p35">
              <a:extLst>
                <a:ext uri="{FF2B5EF4-FFF2-40B4-BE49-F238E27FC236}">
                  <a16:creationId xmlns:a16="http://schemas.microsoft.com/office/drawing/2014/main" id="{949C6CCB-EF16-98F2-1039-984711B545AE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478;p35">
              <a:extLst>
                <a:ext uri="{FF2B5EF4-FFF2-40B4-BE49-F238E27FC236}">
                  <a16:creationId xmlns:a16="http://schemas.microsoft.com/office/drawing/2014/main" id="{F1ED9839-D2E5-14A7-97AC-7BD224ED3130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" name="Google Shape;479;p35">
              <a:extLst>
                <a:ext uri="{FF2B5EF4-FFF2-40B4-BE49-F238E27FC236}">
                  <a16:creationId xmlns:a16="http://schemas.microsoft.com/office/drawing/2014/main" id="{ADF3FF61-DC51-F3C7-1976-D31CCE56BE5B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8" name="Google Shape;480;p35">
                <a:extLst>
                  <a:ext uri="{FF2B5EF4-FFF2-40B4-BE49-F238E27FC236}">
                    <a16:creationId xmlns:a16="http://schemas.microsoft.com/office/drawing/2014/main" id="{2529DE61-92D8-E465-7A8E-15160DE42273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" name="Google Shape;481;p35">
                <a:extLst>
                  <a:ext uri="{FF2B5EF4-FFF2-40B4-BE49-F238E27FC236}">
                    <a16:creationId xmlns:a16="http://schemas.microsoft.com/office/drawing/2014/main" id="{850C51BC-09C3-F477-4BB6-E511EE57214D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" name="Google Shape;482;p35">
                <a:extLst>
                  <a:ext uri="{FF2B5EF4-FFF2-40B4-BE49-F238E27FC236}">
                    <a16:creationId xmlns:a16="http://schemas.microsoft.com/office/drawing/2014/main" id="{6DB52F09-F250-B3FB-38EC-6813D7776F90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483;p35">
                <a:extLst>
                  <a:ext uri="{FF2B5EF4-FFF2-40B4-BE49-F238E27FC236}">
                    <a16:creationId xmlns:a16="http://schemas.microsoft.com/office/drawing/2014/main" id="{9CEFF042-024C-4937-2D48-8F648E836A0D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484;p35">
                <a:extLst>
                  <a:ext uri="{FF2B5EF4-FFF2-40B4-BE49-F238E27FC236}">
                    <a16:creationId xmlns:a16="http://schemas.microsoft.com/office/drawing/2014/main" id="{82B23E39-36E2-8A3B-4E6C-648A9FBE848A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" name="Google Shape;485;p35">
                <a:extLst>
                  <a:ext uri="{FF2B5EF4-FFF2-40B4-BE49-F238E27FC236}">
                    <a16:creationId xmlns:a16="http://schemas.microsoft.com/office/drawing/2014/main" id="{490BC65E-678A-FDF0-A22C-7D1D36EEB66E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486;p35">
                <a:extLst>
                  <a:ext uri="{FF2B5EF4-FFF2-40B4-BE49-F238E27FC236}">
                    <a16:creationId xmlns:a16="http://schemas.microsoft.com/office/drawing/2014/main" id="{1D7833B1-8A80-0CFB-DFDB-25DE6FCC62A4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" name="Google Shape;487;p35">
                <a:extLst>
                  <a:ext uri="{FF2B5EF4-FFF2-40B4-BE49-F238E27FC236}">
                    <a16:creationId xmlns:a16="http://schemas.microsoft.com/office/drawing/2014/main" id="{26F0E581-6841-BD12-9031-B2CC69EA05C4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488;p35">
                <a:extLst>
                  <a:ext uri="{FF2B5EF4-FFF2-40B4-BE49-F238E27FC236}">
                    <a16:creationId xmlns:a16="http://schemas.microsoft.com/office/drawing/2014/main" id="{FDD26D5C-C0F3-6937-B05F-ACFD30716BEB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489;p35">
                <a:extLst>
                  <a:ext uri="{FF2B5EF4-FFF2-40B4-BE49-F238E27FC236}">
                    <a16:creationId xmlns:a16="http://schemas.microsoft.com/office/drawing/2014/main" id="{62AA023D-5375-79D7-E522-8567EEF056C3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E80F78F1-87DD-2B80-84FD-2FC348D4C454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F71DE7F4-2C80-A2C0-E867-23702CDE077E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Durante a aula</a:t>
            </a:r>
          </a:p>
        </p:txBody>
      </p:sp>
      <p:sp>
        <p:nvSpPr>
          <p:cNvPr id="34" name="Google Shape;2839;p271">
            <a:extLst>
              <a:ext uri="{FF2B5EF4-FFF2-40B4-BE49-F238E27FC236}">
                <a16:creationId xmlns:a16="http://schemas.microsoft.com/office/drawing/2014/main" id="{0B408EA1-54F9-E773-E82D-85DDCE488C40}"/>
              </a:ext>
            </a:extLst>
          </p:cNvPr>
          <p:cNvSpPr txBox="1"/>
          <p:nvPr/>
        </p:nvSpPr>
        <p:spPr>
          <a:xfrm>
            <a:off x="2678567" y="5573034"/>
            <a:ext cx="6224049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C567A921-3F49-F96E-3AC8-29CA8627A0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924" y="5797799"/>
            <a:ext cx="1744133" cy="406400"/>
          </a:xfrm>
          <a:prstGeom prst="rect">
            <a:avLst/>
          </a:prstGeom>
        </p:spPr>
      </p:pic>
      <p:grpSp>
        <p:nvGrpSpPr>
          <p:cNvPr id="46" name="Gráfico 85">
            <a:extLst>
              <a:ext uri="{FF2B5EF4-FFF2-40B4-BE49-F238E27FC236}">
                <a16:creationId xmlns:a16="http://schemas.microsoft.com/office/drawing/2014/main" id="{1A6C73D6-CA48-6AE7-63BF-457E463ACF44}"/>
              </a:ext>
            </a:extLst>
          </p:cNvPr>
          <p:cNvGrpSpPr/>
          <p:nvPr/>
        </p:nvGrpSpPr>
        <p:grpSpPr>
          <a:xfrm>
            <a:off x="10654550" y="5882046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47" name="Forma Livre 150">
              <a:extLst>
                <a:ext uri="{FF2B5EF4-FFF2-40B4-BE49-F238E27FC236}">
                  <a16:creationId xmlns:a16="http://schemas.microsoft.com/office/drawing/2014/main" id="{268C6619-A29A-08F0-A1A4-30A9D3D55361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8" name="Forma Livre 151">
              <a:extLst>
                <a:ext uri="{FF2B5EF4-FFF2-40B4-BE49-F238E27FC236}">
                  <a16:creationId xmlns:a16="http://schemas.microsoft.com/office/drawing/2014/main" id="{F7AADCD2-9977-037C-ADFC-2C2C280E609B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9" name="Forma Livre 152">
              <a:extLst>
                <a:ext uri="{FF2B5EF4-FFF2-40B4-BE49-F238E27FC236}">
                  <a16:creationId xmlns:a16="http://schemas.microsoft.com/office/drawing/2014/main" id="{C5269259-6AD6-5B74-9120-F8BBAE82096B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0" name="Forma Livre 153">
              <a:extLst>
                <a:ext uri="{FF2B5EF4-FFF2-40B4-BE49-F238E27FC236}">
                  <a16:creationId xmlns:a16="http://schemas.microsoft.com/office/drawing/2014/main" id="{EAD97818-A963-1E6C-F2C8-4B6795F8DA51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1" name="Forma Livre 154">
              <a:extLst>
                <a:ext uri="{FF2B5EF4-FFF2-40B4-BE49-F238E27FC236}">
                  <a16:creationId xmlns:a16="http://schemas.microsoft.com/office/drawing/2014/main" id="{786542F6-17A7-D27E-AAB4-056B8CD9F301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2" name="Forma Livre 155">
              <a:extLst>
                <a:ext uri="{FF2B5EF4-FFF2-40B4-BE49-F238E27FC236}">
                  <a16:creationId xmlns:a16="http://schemas.microsoft.com/office/drawing/2014/main" id="{7DF8E075-EBBB-1B1F-55C2-124EDD897968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3" name="Forma Livre 156">
              <a:extLst>
                <a:ext uri="{FF2B5EF4-FFF2-40B4-BE49-F238E27FC236}">
                  <a16:creationId xmlns:a16="http://schemas.microsoft.com/office/drawing/2014/main" id="{47711B75-EEDE-182C-BD66-1403C804C746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4" name="Forma Livre 157">
              <a:extLst>
                <a:ext uri="{FF2B5EF4-FFF2-40B4-BE49-F238E27FC236}">
                  <a16:creationId xmlns:a16="http://schemas.microsoft.com/office/drawing/2014/main" id="{9413869D-6BA8-B076-F5F4-59CB545DA2FF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pic>
        <p:nvPicPr>
          <p:cNvPr id="55" name="Gráfico 54">
            <a:extLst>
              <a:ext uri="{FF2B5EF4-FFF2-40B4-BE49-F238E27FC236}">
                <a16:creationId xmlns:a16="http://schemas.microsoft.com/office/drawing/2014/main" id="{E17A8CEC-8F7D-1DFE-9DBA-50621EE1B3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>
          <a:extLst>
            <a:ext uri="{FF2B5EF4-FFF2-40B4-BE49-F238E27FC236}">
              <a16:creationId xmlns:a16="http://schemas.microsoft.com/office/drawing/2014/main" id="{21A69450-8551-BBA8-4E10-E20902CBE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278">
            <a:extLst>
              <a:ext uri="{FF2B5EF4-FFF2-40B4-BE49-F238E27FC236}">
                <a16:creationId xmlns:a16="http://schemas.microsoft.com/office/drawing/2014/main" id="{CAA96CE5-38DE-6F36-127B-25C6C30E7F1F}"/>
              </a:ext>
            </a:extLst>
          </p:cNvPr>
          <p:cNvSpPr txBox="1"/>
          <p:nvPr/>
        </p:nvSpPr>
        <p:spPr>
          <a:xfrm>
            <a:off x="2694972" y="695664"/>
            <a:ext cx="8887427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Classificando o desempenho de vendas na Papelaria Ponto Certo</a:t>
            </a:r>
            <a:endParaRPr sz="3200" b="1" dirty="0">
              <a:solidFill>
                <a:srgbClr val="FF161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36" name="Google Shape;2936;p278">
            <a:extLst>
              <a:ext uri="{FF2B5EF4-FFF2-40B4-BE49-F238E27FC236}">
                <a16:creationId xmlns:a16="http://schemas.microsoft.com/office/drawing/2014/main" id="{0E0A59A7-4DA5-5D52-196A-ED9B6AED96F2}"/>
              </a:ext>
            </a:extLst>
          </p:cNvPr>
          <p:cNvSpPr txBox="1"/>
          <p:nvPr/>
        </p:nvSpPr>
        <p:spPr>
          <a:xfrm>
            <a:off x="2694972" y="1858588"/>
            <a:ext cx="8779274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Calculem a média das quantidades do produto </a:t>
            </a: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Caderno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 informem o desempenho (alto, médio ou baixo) considerando as regras da empresa descritas na tabela.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B0C6DB3A-E2D4-4F17-F0D1-DD9A9CF98998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18ED21DE-7828-A9A3-550B-B217B34749B7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Durante a aula</a:t>
            </a:r>
          </a:p>
        </p:txBody>
      </p:sp>
      <p:graphicFrame>
        <p:nvGraphicFramePr>
          <p:cNvPr id="34" name="Google Shape;783;p58">
            <a:extLst>
              <a:ext uri="{FF2B5EF4-FFF2-40B4-BE49-F238E27FC236}">
                <a16:creationId xmlns:a16="http://schemas.microsoft.com/office/drawing/2014/main" id="{B6FE0DE0-489E-424F-BEC6-7C518AD52A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4912850"/>
              </p:ext>
            </p:extLst>
          </p:nvPr>
        </p:nvGraphicFramePr>
        <p:xfrm>
          <a:off x="4003209" y="3240890"/>
          <a:ext cx="5201264" cy="18918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57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9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u="none" strike="noStrike" cap="none" noProof="0" dirty="0">
                          <a:solidFill>
                            <a:schemeClr val="lt1"/>
                          </a:solidFill>
                          <a:latin typeface="Poppins"/>
                          <a:cs typeface="Poppins"/>
                          <a:sym typeface="Poppins"/>
                        </a:rPr>
                        <a:t>Regras da empresa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29A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</a:rPr>
                        <a:t>Média</a:t>
                      </a: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≥ 30 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0" i="0" u="none" strike="noStrike" cap="none" noProof="0">
                          <a:solidFill>
                            <a:schemeClr val="dk1"/>
                          </a:solidFill>
                          <a:latin typeface="Poppins" pitchFamily="2" charset="77"/>
                          <a:ea typeface="Poppins Light"/>
                          <a:cs typeface="Poppins" pitchFamily="2" charset="77"/>
                          <a:sym typeface="Poppins Light"/>
                        </a:rPr>
                        <a:t>Alto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</a:rPr>
                        <a:t>Média</a:t>
                      </a: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≥ 10 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0" i="0" u="none" strike="noStrike" cap="none" noProof="0">
                          <a:solidFill>
                            <a:schemeClr val="dk1"/>
                          </a:solidFill>
                          <a:latin typeface="Poppins" pitchFamily="2" charset="77"/>
                          <a:ea typeface="Poppins Light"/>
                          <a:cs typeface="Poppins" pitchFamily="2" charset="77"/>
                          <a:sym typeface="Poppins Light"/>
                        </a:rPr>
                        <a:t>Médio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</a:rPr>
                        <a:t>Média</a:t>
                      </a:r>
                      <a:r>
                        <a:rPr lang="pt-BR" sz="1600" b="1" u="none" strike="noStrike" cap="none" noProof="0">
                          <a:solidFill>
                            <a:schemeClr val="dk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 &lt; 10 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Arial"/>
                        <a:buNone/>
                      </a:pPr>
                      <a:r>
                        <a:rPr lang="pt-BR" sz="1600" b="0" i="0" u="none" strike="noStrike" cap="none" noProof="0" dirty="0">
                          <a:solidFill>
                            <a:schemeClr val="dk1"/>
                          </a:solidFill>
                          <a:latin typeface="Poppins" pitchFamily="2" charset="77"/>
                          <a:ea typeface="Poppins Light"/>
                          <a:cs typeface="Poppins" pitchFamily="2" charset="77"/>
                          <a:sym typeface="Poppins Light"/>
                        </a:rPr>
                        <a:t>Baixo</a:t>
                      </a:r>
                    </a:p>
                  </a:txBody>
                  <a:tcPr marL="114567" marR="114567" marT="114567" marB="114567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6" name="Imagem 35">
            <a:extLst>
              <a:ext uri="{FF2B5EF4-FFF2-40B4-BE49-F238E27FC236}">
                <a16:creationId xmlns:a16="http://schemas.microsoft.com/office/drawing/2014/main" id="{FC04DFBF-8847-1D25-4FEF-1CE3277B0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924" y="5797799"/>
            <a:ext cx="1744133" cy="406400"/>
          </a:xfrm>
          <a:prstGeom prst="rect">
            <a:avLst/>
          </a:prstGeom>
        </p:spPr>
      </p:pic>
      <p:grpSp>
        <p:nvGrpSpPr>
          <p:cNvPr id="46" name="Gráfico 85">
            <a:extLst>
              <a:ext uri="{FF2B5EF4-FFF2-40B4-BE49-F238E27FC236}">
                <a16:creationId xmlns:a16="http://schemas.microsoft.com/office/drawing/2014/main" id="{7DD8A7C0-D481-9F65-DDBD-713C041006E9}"/>
              </a:ext>
            </a:extLst>
          </p:cNvPr>
          <p:cNvGrpSpPr/>
          <p:nvPr/>
        </p:nvGrpSpPr>
        <p:grpSpPr>
          <a:xfrm>
            <a:off x="10654550" y="5882046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47" name="Forma Livre 150">
              <a:extLst>
                <a:ext uri="{FF2B5EF4-FFF2-40B4-BE49-F238E27FC236}">
                  <a16:creationId xmlns:a16="http://schemas.microsoft.com/office/drawing/2014/main" id="{CA81B3E2-3CCC-BAC7-744C-51FDF0CE9C89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8" name="Forma Livre 151">
              <a:extLst>
                <a:ext uri="{FF2B5EF4-FFF2-40B4-BE49-F238E27FC236}">
                  <a16:creationId xmlns:a16="http://schemas.microsoft.com/office/drawing/2014/main" id="{8B48A991-4F0B-7E06-1B7C-E403AE1F3C5D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9" name="Forma Livre 152">
              <a:extLst>
                <a:ext uri="{FF2B5EF4-FFF2-40B4-BE49-F238E27FC236}">
                  <a16:creationId xmlns:a16="http://schemas.microsoft.com/office/drawing/2014/main" id="{2CE6B494-3CE0-9897-C0CE-62C75C30613B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0" name="Forma Livre 153">
              <a:extLst>
                <a:ext uri="{FF2B5EF4-FFF2-40B4-BE49-F238E27FC236}">
                  <a16:creationId xmlns:a16="http://schemas.microsoft.com/office/drawing/2014/main" id="{04CCE04B-B9A8-D912-759F-E6BF99AA22A9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1" name="Forma Livre 154">
              <a:extLst>
                <a:ext uri="{FF2B5EF4-FFF2-40B4-BE49-F238E27FC236}">
                  <a16:creationId xmlns:a16="http://schemas.microsoft.com/office/drawing/2014/main" id="{DBBA6B3C-7B70-F584-4B4E-C9AC24C4C75F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2" name="Forma Livre 155">
              <a:extLst>
                <a:ext uri="{FF2B5EF4-FFF2-40B4-BE49-F238E27FC236}">
                  <a16:creationId xmlns:a16="http://schemas.microsoft.com/office/drawing/2014/main" id="{C05FAE0B-7AE5-7BEA-CEE4-109252773E97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3" name="Forma Livre 156">
              <a:extLst>
                <a:ext uri="{FF2B5EF4-FFF2-40B4-BE49-F238E27FC236}">
                  <a16:creationId xmlns:a16="http://schemas.microsoft.com/office/drawing/2014/main" id="{9A23C0CF-5181-67D8-8C99-25195246D4E4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4" name="Forma Livre 157">
              <a:extLst>
                <a:ext uri="{FF2B5EF4-FFF2-40B4-BE49-F238E27FC236}">
                  <a16:creationId xmlns:a16="http://schemas.microsoft.com/office/drawing/2014/main" id="{3AB6713B-726B-88C6-6AD7-AF23A9B25C0B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grpSp>
        <p:nvGrpSpPr>
          <p:cNvPr id="55" name="Google Shape;474;p35">
            <a:extLst>
              <a:ext uri="{FF2B5EF4-FFF2-40B4-BE49-F238E27FC236}">
                <a16:creationId xmlns:a16="http://schemas.microsoft.com/office/drawing/2014/main" id="{DDDC718E-5B26-7237-854D-91D015AB3EFB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56" name="Google Shape;475;p35">
              <a:extLst>
                <a:ext uri="{FF2B5EF4-FFF2-40B4-BE49-F238E27FC236}">
                  <a16:creationId xmlns:a16="http://schemas.microsoft.com/office/drawing/2014/main" id="{41628B50-4C86-09C6-B541-B7BD43C88CB2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476;p35">
              <a:extLst>
                <a:ext uri="{FF2B5EF4-FFF2-40B4-BE49-F238E27FC236}">
                  <a16:creationId xmlns:a16="http://schemas.microsoft.com/office/drawing/2014/main" id="{8B937FD4-DBD5-FE98-D436-57288849659B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477;p35">
              <a:extLst>
                <a:ext uri="{FF2B5EF4-FFF2-40B4-BE49-F238E27FC236}">
                  <a16:creationId xmlns:a16="http://schemas.microsoft.com/office/drawing/2014/main" id="{BC7F0723-2C27-1B00-80D9-9FD21ED41062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478;p35">
              <a:extLst>
                <a:ext uri="{FF2B5EF4-FFF2-40B4-BE49-F238E27FC236}">
                  <a16:creationId xmlns:a16="http://schemas.microsoft.com/office/drawing/2014/main" id="{2B33490C-CD5A-4E53-483C-10776E5065C9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" name="Google Shape;479;p35">
              <a:extLst>
                <a:ext uri="{FF2B5EF4-FFF2-40B4-BE49-F238E27FC236}">
                  <a16:creationId xmlns:a16="http://schemas.microsoft.com/office/drawing/2014/main" id="{28B97EDC-1A6D-681E-2F38-2C1F6814BDA7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61" name="Google Shape;480;p35">
                <a:extLst>
                  <a:ext uri="{FF2B5EF4-FFF2-40B4-BE49-F238E27FC236}">
                    <a16:creationId xmlns:a16="http://schemas.microsoft.com/office/drawing/2014/main" id="{F174A428-7533-D3FC-2CAD-B1A306C2FA67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481;p35">
                <a:extLst>
                  <a:ext uri="{FF2B5EF4-FFF2-40B4-BE49-F238E27FC236}">
                    <a16:creationId xmlns:a16="http://schemas.microsoft.com/office/drawing/2014/main" id="{24E0F3F0-FDD4-8C7E-D25F-4240C83B52DD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482;p35">
                <a:extLst>
                  <a:ext uri="{FF2B5EF4-FFF2-40B4-BE49-F238E27FC236}">
                    <a16:creationId xmlns:a16="http://schemas.microsoft.com/office/drawing/2014/main" id="{8579386B-5545-BF95-F294-9B7A20D032A3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483;p35">
                <a:extLst>
                  <a:ext uri="{FF2B5EF4-FFF2-40B4-BE49-F238E27FC236}">
                    <a16:creationId xmlns:a16="http://schemas.microsoft.com/office/drawing/2014/main" id="{F30DE72A-753F-83F9-F997-08817F3C13F4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484;p35">
                <a:extLst>
                  <a:ext uri="{FF2B5EF4-FFF2-40B4-BE49-F238E27FC236}">
                    <a16:creationId xmlns:a16="http://schemas.microsoft.com/office/drawing/2014/main" id="{638A1AC9-83CD-8239-009C-3314BF3DBDF9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485;p35">
                <a:extLst>
                  <a:ext uri="{FF2B5EF4-FFF2-40B4-BE49-F238E27FC236}">
                    <a16:creationId xmlns:a16="http://schemas.microsoft.com/office/drawing/2014/main" id="{4055B829-1AD2-86E8-5404-19911C8A1775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486;p35">
                <a:extLst>
                  <a:ext uri="{FF2B5EF4-FFF2-40B4-BE49-F238E27FC236}">
                    <a16:creationId xmlns:a16="http://schemas.microsoft.com/office/drawing/2014/main" id="{F002F8E6-2275-5156-ABC5-84CF5E559F49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487;p35">
                <a:extLst>
                  <a:ext uri="{FF2B5EF4-FFF2-40B4-BE49-F238E27FC236}">
                    <a16:creationId xmlns:a16="http://schemas.microsoft.com/office/drawing/2014/main" id="{18366AFE-53F3-3B0A-1F17-045A1E950722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488;p35">
                <a:extLst>
                  <a:ext uri="{FF2B5EF4-FFF2-40B4-BE49-F238E27FC236}">
                    <a16:creationId xmlns:a16="http://schemas.microsoft.com/office/drawing/2014/main" id="{4A0CE1B6-5BDA-72AA-3C01-28F6DC01B5FC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489;p35">
                <a:extLst>
                  <a:ext uri="{FF2B5EF4-FFF2-40B4-BE49-F238E27FC236}">
                    <a16:creationId xmlns:a16="http://schemas.microsoft.com/office/drawing/2014/main" id="{1FEDA3A9-CB64-250E-07F2-92C5E50AAF62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887" name="Gráfico 2886">
            <a:extLst>
              <a:ext uri="{FF2B5EF4-FFF2-40B4-BE49-F238E27FC236}">
                <a16:creationId xmlns:a16="http://schemas.microsoft.com/office/drawing/2014/main" id="{541E7E6D-F377-2425-9584-62451E5F3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851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8">
          <a:extLst>
            <a:ext uri="{FF2B5EF4-FFF2-40B4-BE49-F238E27FC236}">
              <a16:creationId xmlns:a16="http://schemas.microsoft.com/office/drawing/2014/main" id="{DDD3DD6D-3368-2E7E-0A55-9D6DF5C86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Google Shape;2919;p278">
            <a:extLst>
              <a:ext uri="{FF2B5EF4-FFF2-40B4-BE49-F238E27FC236}">
                <a16:creationId xmlns:a16="http://schemas.microsoft.com/office/drawing/2014/main" id="{A7DF8158-903D-BAB6-B0D4-3E29C85F3FA4}"/>
              </a:ext>
            </a:extLst>
          </p:cNvPr>
          <p:cNvSpPr txBox="1"/>
          <p:nvPr/>
        </p:nvSpPr>
        <p:spPr>
          <a:xfrm>
            <a:off x="2694971" y="680084"/>
            <a:ext cx="8887427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Implementando a classificação de produtos da Papelaria Ponto Certo</a:t>
            </a:r>
          </a:p>
        </p:txBody>
      </p:sp>
      <p:sp>
        <p:nvSpPr>
          <p:cNvPr id="2936" name="Google Shape;2936;p278">
            <a:extLst>
              <a:ext uri="{FF2B5EF4-FFF2-40B4-BE49-F238E27FC236}">
                <a16:creationId xmlns:a16="http://schemas.microsoft.com/office/drawing/2014/main" id="{257CA98A-3B98-BA99-D577-B94F9F56CE09}"/>
              </a:ext>
            </a:extLst>
          </p:cNvPr>
          <p:cNvSpPr txBox="1"/>
          <p:nvPr/>
        </p:nvSpPr>
        <p:spPr>
          <a:xfrm>
            <a:off x="2694971" y="1806800"/>
            <a:ext cx="9046115" cy="86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Completem o algoritmo com as vendas do </a:t>
            </a:r>
            <a:r>
              <a:rPr lang="pt-BR" sz="22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Caderno</a:t>
            </a: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em janeiro, fevereiro e março. </a:t>
            </a:r>
            <a:endParaRPr sz="22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05D2B12E-E710-D8F0-D7F4-9B0A0E548AD5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310F6EB4-5A9B-35E2-B626-D38A8F4A2B23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 dirty="0"/>
              <a:t>Durante a aula</a:t>
            </a:r>
          </a:p>
        </p:txBody>
      </p:sp>
      <p:sp>
        <p:nvSpPr>
          <p:cNvPr id="35" name="Google Shape;2944;p279">
            <a:extLst>
              <a:ext uri="{FF2B5EF4-FFF2-40B4-BE49-F238E27FC236}">
                <a16:creationId xmlns:a16="http://schemas.microsoft.com/office/drawing/2014/main" id="{6DF36A01-8C2D-9BB3-6A2F-C6D8BB091468}"/>
              </a:ext>
            </a:extLst>
          </p:cNvPr>
          <p:cNvSpPr txBox="1"/>
          <p:nvPr/>
        </p:nvSpPr>
        <p:spPr>
          <a:xfrm>
            <a:off x="2694971" y="2639703"/>
            <a:ext cx="7097958" cy="341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nome_produto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endParaRPr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itens_vendidos_jan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endParaRPr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itens_vendidos_fev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12</a:t>
            </a:r>
            <a:endParaRPr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itens_vendidos_mar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8</a:t>
            </a:r>
            <a:endParaRPr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______________________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____________________________: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__________________________: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print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nome_produto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lang="pt-BR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endParaRPr>
              <a:solidFill>
                <a:srgbClr val="D6D6D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" name="Google Shape;2839;p271">
            <a:extLst>
              <a:ext uri="{FF2B5EF4-FFF2-40B4-BE49-F238E27FC236}">
                <a16:creationId xmlns:a16="http://schemas.microsoft.com/office/drawing/2014/main" id="{3029F3E2-C030-2140-BD31-8B917FB065D9}"/>
              </a:ext>
            </a:extLst>
          </p:cNvPr>
          <p:cNvSpPr txBox="1"/>
          <p:nvPr/>
        </p:nvSpPr>
        <p:spPr>
          <a:xfrm>
            <a:off x="2694971" y="5957576"/>
            <a:ext cx="654735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6" name="Imagem 45">
            <a:extLst>
              <a:ext uri="{FF2B5EF4-FFF2-40B4-BE49-F238E27FC236}">
                <a16:creationId xmlns:a16="http://schemas.microsoft.com/office/drawing/2014/main" id="{83F4BD6B-D42A-3030-6380-5CBFECD35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0924" y="5797799"/>
            <a:ext cx="1744133" cy="406400"/>
          </a:xfrm>
          <a:prstGeom prst="rect">
            <a:avLst/>
          </a:prstGeom>
        </p:spPr>
      </p:pic>
      <p:grpSp>
        <p:nvGrpSpPr>
          <p:cNvPr id="47" name="Gráfico 85">
            <a:extLst>
              <a:ext uri="{FF2B5EF4-FFF2-40B4-BE49-F238E27FC236}">
                <a16:creationId xmlns:a16="http://schemas.microsoft.com/office/drawing/2014/main" id="{198AF5F1-7372-85C2-16BE-4C365B226837}"/>
              </a:ext>
            </a:extLst>
          </p:cNvPr>
          <p:cNvGrpSpPr/>
          <p:nvPr/>
        </p:nvGrpSpPr>
        <p:grpSpPr>
          <a:xfrm>
            <a:off x="10654550" y="5882046"/>
            <a:ext cx="1172441" cy="199070"/>
            <a:chOff x="2316209" y="1866988"/>
            <a:chExt cx="1758662" cy="298605"/>
          </a:xfrm>
          <a:solidFill>
            <a:srgbClr val="FFFFFF"/>
          </a:solidFill>
        </p:grpSpPr>
        <p:sp>
          <p:nvSpPr>
            <p:cNvPr id="48" name="Forma Livre 150">
              <a:extLst>
                <a:ext uri="{FF2B5EF4-FFF2-40B4-BE49-F238E27FC236}">
                  <a16:creationId xmlns:a16="http://schemas.microsoft.com/office/drawing/2014/main" id="{E0E555CD-E1B5-F35A-8367-FF34139AFD91}"/>
                </a:ext>
              </a:extLst>
            </p:cNvPr>
            <p:cNvSpPr/>
            <p:nvPr/>
          </p:nvSpPr>
          <p:spPr>
            <a:xfrm>
              <a:off x="2316209" y="1900613"/>
              <a:ext cx="256393" cy="263805"/>
            </a:xfrm>
            <a:custGeom>
              <a:avLst/>
              <a:gdLst>
                <a:gd name="connsiteX0" fmla="*/ 16815 w 256393"/>
                <a:gd name="connsiteY0" fmla="*/ 63645 h 263805"/>
                <a:gd name="connsiteX1" fmla="*/ 63695 w 256393"/>
                <a:gd name="connsiteY1" fmla="*/ 16771 h 263805"/>
                <a:gd name="connsiteX2" fmla="*/ 131891 w 256393"/>
                <a:gd name="connsiteY2" fmla="*/ 0 h 263805"/>
                <a:gd name="connsiteX3" fmla="*/ 211892 w 256393"/>
                <a:gd name="connsiteY3" fmla="*/ 24318 h 263805"/>
                <a:gd name="connsiteX4" fmla="*/ 256394 w 256393"/>
                <a:gd name="connsiteY4" fmla="*/ 90730 h 263805"/>
                <a:gd name="connsiteX5" fmla="*/ 186159 w 256393"/>
                <a:gd name="connsiteY5" fmla="*/ 90730 h 263805"/>
                <a:gd name="connsiteX6" fmla="*/ 163909 w 256393"/>
                <a:gd name="connsiteY6" fmla="*/ 65993 h 263805"/>
                <a:gd name="connsiteX7" fmla="*/ 131212 w 256393"/>
                <a:gd name="connsiteY7" fmla="*/ 57524 h 263805"/>
                <a:gd name="connsiteX8" fmla="*/ 83398 w 256393"/>
                <a:gd name="connsiteY8" fmla="*/ 77817 h 263805"/>
                <a:gd name="connsiteX9" fmla="*/ 65054 w 256393"/>
                <a:gd name="connsiteY9" fmla="*/ 132071 h 263805"/>
                <a:gd name="connsiteX10" fmla="*/ 83398 w 256393"/>
                <a:gd name="connsiteY10" fmla="*/ 186324 h 263805"/>
                <a:gd name="connsiteX11" fmla="*/ 131212 w 256393"/>
                <a:gd name="connsiteY11" fmla="*/ 206617 h 263805"/>
                <a:gd name="connsiteX12" fmla="*/ 163909 w 256393"/>
                <a:gd name="connsiteY12" fmla="*/ 198148 h 263805"/>
                <a:gd name="connsiteX13" fmla="*/ 186159 w 256393"/>
                <a:gd name="connsiteY13" fmla="*/ 173411 h 263805"/>
                <a:gd name="connsiteX14" fmla="*/ 256394 w 256393"/>
                <a:gd name="connsiteY14" fmla="*/ 173411 h 263805"/>
                <a:gd name="connsiteX15" fmla="*/ 211892 w 256393"/>
                <a:gd name="connsiteY15" fmla="*/ 239656 h 263805"/>
                <a:gd name="connsiteX16" fmla="*/ 131891 w 256393"/>
                <a:gd name="connsiteY16" fmla="*/ 263806 h 263805"/>
                <a:gd name="connsiteX17" fmla="*/ 63695 w 256393"/>
                <a:gd name="connsiteY17" fmla="*/ 247035 h 263805"/>
                <a:gd name="connsiteX18" fmla="*/ 16815 w 256393"/>
                <a:gd name="connsiteY18" fmla="*/ 200328 h 263805"/>
                <a:gd name="connsiteX19" fmla="*/ 0 w 256393"/>
                <a:gd name="connsiteY19" fmla="*/ 132071 h 263805"/>
                <a:gd name="connsiteX20" fmla="*/ 16815 w 256393"/>
                <a:gd name="connsiteY20" fmla="*/ 63645 h 263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393" h="263805">
                  <a:moveTo>
                    <a:pt x="16815" y="63645"/>
                  </a:moveTo>
                  <a:cubicBezTo>
                    <a:pt x="28026" y="43604"/>
                    <a:pt x="43652" y="28007"/>
                    <a:pt x="63695" y="16771"/>
                  </a:cubicBezTo>
                  <a:cubicBezTo>
                    <a:pt x="83738" y="5618"/>
                    <a:pt x="106498" y="0"/>
                    <a:pt x="131891" y="0"/>
                  </a:cubicBezTo>
                  <a:cubicBezTo>
                    <a:pt x="163059" y="0"/>
                    <a:pt x="189726" y="8134"/>
                    <a:pt x="211892" y="24318"/>
                  </a:cubicBezTo>
                  <a:cubicBezTo>
                    <a:pt x="234058" y="40586"/>
                    <a:pt x="248920" y="62723"/>
                    <a:pt x="256394" y="90730"/>
                  </a:cubicBezTo>
                  <a:lnTo>
                    <a:pt x="186159" y="90730"/>
                  </a:lnTo>
                  <a:cubicBezTo>
                    <a:pt x="180894" y="79913"/>
                    <a:pt x="173505" y="71696"/>
                    <a:pt x="163909" y="65993"/>
                  </a:cubicBezTo>
                  <a:cubicBezTo>
                    <a:pt x="154312" y="60375"/>
                    <a:pt x="143441" y="57524"/>
                    <a:pt x="131212" y="57524"/>
                  </a:cubicBezTo>
                  <a:cubicBezTo>
                    <a:pt x="111509" y="57524"/>
                    <a:pt x="95543" y="64316"/>
                    <a:pt x="83398" y="77817"/>
                  </a:cubicBezTo>
                  <a:cubicBezTo>
                    <a:pt x="71169" y="91317"/>
                    <a:pt x="65054" y="109430"/>
                    <a:pt x="65054" y="132071"/>
                  </a:cubicBezTo>
                  <a:cubicBezTo>
                    <a:pt x="65054" y="154711"/>
                    <a:pt x="71169" y="172824"/>
                    <a:pt x="83398" y="186324"/>
                  </a:cubicBezTo>
                  <a:cubicBezTo>
                    <a:pt x="95627" y="199825"/>
                    <a:pt x="111509" y="206617"/>
                    <a:pt x="131212" y="206617"/>
                  </a:cubicBezTo>
                  <a:cubicBezTo>
                    <a:pt x="143441" y="206617"/>
                    <a:pt x="154312" y="203766"/>
                    <a:pt x="163909" y="198148"/>
                  </a:cubicBezTo>
                  <a:cubicBezTo>
                    <a:pt x="173505" y="192530"/>
                    <a:pt x="180894" y="184228"/>
                    <a:pt x="186159" y="173411"/>
                  </a:cubicBezTo>
                  <a:lnTo>
                    <a:pt x="256394" y="173411"/>
                  </a:lnTo>
                  <a:cubicBezTo>
                    <a:pt x="248920" y="201418"/>
                    <a:pt x="234058" y="223556"/>
                    <a:pt x="211892" y="239656"/>
                  </a:cubicBezTo>
                  <a:cubicBezTo>
                    <a:pt x="189726" y="255756"/>
                    <a:pt x="163059" y="263806"/>
                    <a:pt x="131891" y="263806"/>
                  </a:cubicBezTo>
                  <a:cubicBezTo>
                    <a:pt x="106498" y="263806"/>
                    <a:pt x="83738" y="258188"/>
                    <a:pt x="63695" y="247035"/>
                  </a:cubicBezTo>
                  <a:cubicBezTo>
                    <a:pt x="43652" y="235882"/>
                    <a:pt x="28026" y="220285"/>
                    <a:pt x="16815" y="200328"/>
                  </a:cubicBezTo>
                  <a:cubicBezTo>
                    <a:pt x="5605" y="180371"/>
                    <a:pt x="0" y="157646"/>
                    <a:pt x="0" y="132071"/>
                  </a:cubicBezTo>
                  <a:cubicBezTo>
                    <a:pt x="0" y="106495"/>
                    <a:pt x="5605" y="83687"/>
                    <a:pt x="16815" y="6364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49" name="Forma Livre 151">
              <a:extLst>
                <a:ext uri="{FF2B5EF4-FFF2-40B4-BE49-F238E27FC236}">
                  <a16:creationId xmlns:a16="http://schemas.microsoft.com/office/drawing/2014/main" id="{63BE3B54-51A9-B599-9C1E-05243A5F8B57}"/>
                </a:ext>
              </a:extLst>
            </p:cNvPr>
            <p:cNvSpPr/>
            <p:nvPr/>
          </p:nvSpPr>
          <p:spPr>
            <a:xfrm>
              <a:off x="2599100" y="1953777"/>
              <a:ext cx="216733" cy="211816"/>
            </a:xfrm>
            <a:custGeom>
              <a:avLst/>
              <a:gdLst>
                <a:gd name="connsiteX0" fmla="*/ 52485 w 216733"/>
                <a:gd name="connsiteY0" fmla="*/ 198903 h 211816"/>
                <a:gd name="connsiteX1" fmla="*/ 14013 w 216733"/>
                <a:gd name="connsiteY1" fmla="*/ 162007 h 211816"/>
                <a:gd name="connsiteX2" fmla="*/ 0 w 216733"/>
                <a:gd name="connsiteY2" fmla="*/ 105908 h 211816"/>
                <a:gd name="connsiteX3" fmla="*/ 14183 w 216733"/>
                <a:gd name="connsiteY3" fmla="*/ 49977 h 211816"/>
                <a:gd name="connsiteX4" fmla="*/ 53079 w 216733"/>
                <a:gd name="connsiteY4" fmla="*/ 12914 h 211816"/>
                <a:gd name="connsiteX5" fmla="*/ 108367 w 216733"/>
                <a:gd name="connsiteY5" fmla="*/ 0 h 211816"/>
                <a:gd name="connsiteX6" fmla="*/ 163654 w 216733"/>
                <a:gd name="connsiteY6" fmla="*/ 12914 h 211816"/>
                <a:gd name="connsiteX7" fmla="*/ 202550 w 216733"/>
                <a:gd name="connsiteY7" fmla="*/ 49977 h 211816"/>
                <a:gd name="connsiteX8" fmla="*/ 216733 w 216733"/>
                <a:gd name="connsiteY8" fmla="*/ 105908 h 211816"/>
                <a:gd name="connsiteX9" fmla="*/ 202380 w 216733"/>
                <a:gd name="connsiteY9" fmla="*/ 161839 h 211816"/>
                <a:gd name="connsiteX10" fmla="*/ 163144 w 216733"/>
                <a:gd name="connsiteY10" fmla="*/ 198903 h 211816"/>
                <a:gd name="connsiteX11" fmla="*/ 107687 w 216733"/>
                <a:gd name="connsiteY11" fmla="*/ 211816 h 211816"/>
                <a:gd name="connsiteX12" fmla="*/ 52570 w 216733"/>
                <a:gd name="connsiteY12" fmla="*/ 198903 h 211816"/>
                <a:gd name="connsiteX13" fmla="*/ 138855 w 216733"/>
                <a:gd name="connsiteY13" fmla="*/ 143894 h 211816"/>
                <a:gd name="connsiteX14" fmla="*/ 151764 w 216733"/>
                <a:gd name="connsiteY14" fmla="*/ 105908 h 211816"/>
                <a:gd name="connsiteX15" fmla="*/ 139280 w 216733"/>
                <a:gd name="connsiteY15" fmla="*/ 67922 h 211816"/>
                <a:gd name="connsiteX16" fmla="*/ 108451 w 216733"/>
                <a:gd name="connsiteY16" fmla="*/ 54673 h 211816"/>
                <a:gd name="connsiteX17" fmla="*/ 77453 w 216733"/>
                <a:gd name="connsiteY17" fmla="*/ 67754 h 211816"/>
                <a:gd name="connsiteX18" fmla="*/ 65139 w 216733"/>
                <a:gd name="connsiteY18" fmla="*/ 105908 h 211816"/>
                <a:gd name="connsiteX19" fmla="*/ 77283 w 216733"/>
                <a:gd name="connsiteY19" fmla="*/ 143894 h 211816"/>
                <a:gd name="connsiteX20" fmla="*/ 107772 w 216733"/>
                <a:gd name="connsiteY20" fmla="*/ 157143 h 211816"/>
                <a:gd name="connsiteX21" fmla="*/ 138940 w 216733"/>
                <a:gd name="connsiteY21" fmla="*/ 143894 h 211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6733" h="211816">
                  <a:moveTo>
                    <a:pt x="52485" y="198903"/>
                  </a:moveTo>
                  <a:cubicBezTo>
                    <a:pt x="36179" y="190266"/>
                    <a:pt x="23355" y="178023"/>
                    <a:pt x="14013" y="162007"/>
                  </a:cubicBezTo>
                  <a:cubicBezTo>
                    <a:pt x="4671" y="145991"/>
                    <a:pt x="0" y="127291"/>
                    <a:pt x="0" y="105908"/>
                  </a:cubicBezTo>
                  <a:cubicBezTo>
                    <a:pt x="0" y="84525"/>
                    <a:pt x="4756" y="66077"/>
                    <a:pt x="14183" y="49977"/>
                  </a:cubicBezTo>
                  <a:cubicBezTo>
                    <a:pt x="23610" y="33877"/>
                    <a:pt x="36603" y="21467"/>
                    <a:pt x="53079" y="12914"/>
                  </a:cubicBezTo>
                  <a:cubicBezTo>
                    <a:pt x="69555" y="4277"/>
                    <a:pt x="87984" y="0"/>
                    <a:pt x="108367" y="0"/>
                  </a:cubicBezTo>
                  <a:cubicBezTo>
                    <a:pt x="128749" y="0"/>
                    <a:pt x="147263" y="4277"/>
                    <a:pt x="163654" y="12914"/>
                  </a:cubicBezTo>
                  <a:cubicBezTo>
                    <a:pt x="180130" y="21551"/>
                    <a:pt x="193038" y="33877"/>
                    <a:pt x="202550" y="49977"/>
                  </a:cubicBezTo>
                  <a:cubicBezTo>
                    <a:pt x="211977" y="66077"/>
                    <a:pt x="216733" y="84693"/>
                    <a:pt x="216733" y="105908"/>
                  </a:cubicBezTo>
                  <a:cubicBezTo>
                    <a:pt x="216733" y="127123"/>
                    <a:pt x="211892" y="145739"/>
                    <a:pt x="202380" y="161839"/>
                  </a:cubicBezTo>
                  <a:cubicBezTo>
                    <a:pt x="192784" y="177939"/>
                    <a:pt x="179705" y="190349"/>
                    <a:pt x="163144" y="198903"/>
                  </a:cubicBezTo>
                  <a:cubicBezTo>
                    <a:pt x="146584" y="207540"/>
                    <a:pt x="128069" y="211816"/>
                    <a:pt x="107687" y="211816"/>
                  </a:cubicBezTo>
                  <a:cubicBezTo>
                    <a:pt x="87305" y="211816"/>
                    <a:pt x="68876" y="207540"/>
                    <a:pt x="52570" y="198903"/>
                  </a:cubicBezTo>
                  <a:close/>
                  <a:moveTo>
                    <a:pt x="138855" y="143894"/>
                  </a:moveTo>
                  <a:cubicBezTo>
                    <a:pt x="147433" y="135006"/>
                    <a:pt x="151764" y="122344"/>
                    <a:pt x="151764" y="105908"/>
                  </a:cubicBezTo>
                  <a:cubicBezTo>
                    <a:pt x="151764" y="89473"/>
                    <a:pt x="147603" y="76727"/>
                    <a:pt x="139280" y="67922"/>
                  </a:cubicBezTo>
                  <a:cubicBezTo>
                    <a:pt x="130957" y="59033"/>
                    <a:pt x="120681" y="54673"/>
                    <a:pt x="108451" y="54673"/>
                  </a:cubicBezTo>
                  <a:cubicBezTo>
                    <a:pt x="96222" y="54673"/>
                    <a:pt x="85691" y="59033"/>
                    <a:pt x="77453" y="67754"/>
                  </a:cubicBezTo>
                  <a:cubicBezTo>
                    <a:pt x="69215" y="76475"/>
                    <a:pt x="65139" y="89221"/>
                    <a:pt x="65139" y="105908"/>
                  </a:cubicBezTo>
                  <a:cubicBezTo>
                    <a:pt x="65139" y="122595"/>
                    <a:pt x="69215" y="135089"/>
                    <a:pt x="77283" y="143894"/>
                  </a:cubicBezTo>
                  <a:cubicBezTo>
                    <a:pt x="85351" y="152783"/>
                    <a:pt x="95543" y="157143"/>
                    <a:pt x="107772" y="157143"/>
                  </a:cubicBezTo>
                  <a:cubicBezTo>
                    <a:pt x="120001" y="157143"/>
                    <a:pt x="130362" y="152699"/>
                    <a:pt x="138940" y="143894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0" name="Forma Livre 152">
              <a:extLst>
                <a:ext uri="{FF2B5EF4-FFF2-40B4-BE49-F238E27FC236}">
                  <a16:creationId xmlns:a16="http://schemas.microsoft.com/office/drawing/2014/main" id="{8136C16D-65EA-30D1-7E5F-D8E89F1FC247}"/>
                </a:ext>
              </a:extLst>
            </p:cNvPr>
            <p:cNvSpPr/>
            <p:nvPr/>
          </p:nvSpPr>
          <p:spPr>
            <a:xfrm>
              <a:off x="2849888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7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1" name="Forma Livre 153">
              <a:extLst>
                <a:ext uri="{FF2B5EF4-FFF2-40B4-BE49-F238E27FC236}">
                  <a16:creationId xmlns:a16="http://schemas.microsoft.com/office/drawing/2014/main" id="{2733F8B1-3359-5F28-C5E3-3F4D954C4245}"/>
                </a:ext>
              </a:extLst>
            </p:cNvPr>
            <p:cNvSpPr/>
            <p:nvPr/>
          </p:nvSpPr>
          <p:spPr>
            <a:xfrm>
              <a:off x="3086409" y="1906483"/>
              <a:ext cx="131551" cy="256175"/>
            </a:xfrm>
            <a:custGeom>
              <a:avLst/>
              <a:gdLst>
                <a:gd name="connsiteX0" fmla="*/ 131551 w 131551"/>
                <a:gd name="connsiteY0" fmla="*/ 202676 h 256175"/>
                <a:gd name="connsiteX1" fmla="*/ 131551 w 131551"/>
                <a:gd name="connsiteY1" fmla="*/ 256175 h 256175"/>
                <a:gd name="connsiteX2" fmla="*/ 99024 w 131551"/>
                <a:gd name="connsiteY2" fmla="*/ 256175 h 256175"/>
                <a:gd name="connsiteX3" fmla="*/ 44841 w 131551"/>
                <a:gd name="connsiteY3" fmla="*/ 239404 h 256175"/>
                <a:gd name="connsiteX4" fmla="*/ 25393 w 131551"/>
                <a:gd name="connsiteY4" fmla="*/ 184564 h 256175"/>
                <a:gd name="connsiteX5" fmla="*/ 25393 w 131551"/>
                <a:gd name="connsiteY5" fmla="*/ 102638 h 256175"/>
                <a:gd name="connsiteX6" fmla="*/ 0 w 131551"/>
                <a:gd name="connsiteY6" fmla="*/ 102638 h 256175"/>
                <a:gd name="connsiteX7" fmla="*/ 0 w 131551"/>
                <a:gd name="connsiteY7" fmla="*/ 50229 h 256175"/>
                <a:gd name="connsiteX8" fmla="*/ 25393 w 131551"/>
                <a:gd name="connsiteY8" fmla="*/ 50229 h 256175"/>
                <a:gd name="connsiteX9" fmla="*/ 25393 w 131551"/>
                <a:gd name="connsiteY9" fmla="*/ 0 h 256175"/>
                <a:gd name="connsiteX10" fmla="*/ 89343 w 131551"/>
                <a:gd name="connsiteY10" fmla="*/ 0 h 256175"/>
                <a:gd name="connsiteX11" fmla="*/ 89343 w 131551"/>
                <a:gd name="connsiteY11" fmla="*/ 50229 h 256175"/>
                <a:gd name="connsiteX12" fmla="*/ 131212 w 131551"/>
                <a:gd name="connsiteY12" fmla="*/ 50229 h 256175"/>
                <a:gd name="connsiteX13" fmla="*/ 131212 w 131551"/>
                <a:gd name="connsiteY13" fmla="*/ 102638 h 256175"/>
                <a:gd name="connsiteX14" fmla="*/ 89343 w 131551"/>
                <a:gd name="connsiteY14" fmla="*/ 102638 h 256175"/>
                <a:gd name="connsiteX15" fmla="*/ 89343 w 131551"/>
                <a:gd name="connsiteY15" fmla="*/ 185318 h 256175"/>
                <a:gd name="connsiteX16" fmla="*/ 93844 w 131551"/>
                <a:gd name="connsiteY16" fmla="*/ 198567 h 256175"/>
                <a:gd name="connsiteX17" fmla="*/ 108791 w 131551"/>
                <a:gd name="connsiteY17" fmla="*/ 202592 h 256175"/>
                <a:gd name="connsiteX18" fmla="*/ 131551 w 131551"/>
                <a:gd name="connsiteY18" fmla="*/ 202592 h 256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1551" h="256175">
                  <a:moveTo>
                    <a:pt x="131551" y="202676"/>
                  </a:moveTo>
                  <a:lnTo>
                    <a:pt x="131551" y="256175"/>
                  </a:lnTo>
                  <a:lnTo>
                    <a:pt x="99024" y="256175"/>
                  </a:lnTo>
                  <a:cubicBezTo>
                    <a:pt x="75839" y="256175"/>
                    <a:pt x="57750" y="250557"/>
                    <a:pt x="44841" y="239404"/>
                  </a:cubicBezTo>
                  <a:cubicBezTo>
                    <a:pt x="31932" y="228252"/>
                    <a:pt x="25393" y="209971"/>
                    <a:pt x="25393" y="184564"/>
                  </a:cubicBezTo>
                  <a:lnTo>
                    <a:pt x="25393" y="102638"/>
                  </a:lnTo>
                  <a:lnTo>
                    <a:pt x="0" y="102638"/>
                  </a:lnTo>
                  <a:lnTo>
                    <a:pt x="0" y="50229"/>
                  </a:lnTo>
                  <a:lnTo>
                    <a:pt x="25393" y="50229"/>
                  </a:lnTo>
                  <a:lnTo>
                    <a:pt x="25393" y="0"/>
                  </a:lnTo>
                  <a:lnTo>
                    <a:pt x="89343" y="0"/>
                  </a:lnTo>
                  <a:lnTo>
                    <a:pt x="89343" y="50229"/>
                  </a:lnTo>
                  <a:lnTo>
                    <a:pt x="131212" y="50229"/>
                  </a:lnTo>
                  <a:lnTo>
                    <a:pt x="131212" y="102638"/>
                  </a:lnTo>
                  <a:lnTo>
                    <a:pt x="89343" y="102638"/>
                  </a:lnTo>
                  <a:lnTo>
                    <a:pt x="89343" y="185318"/>
                  </a:lnTo>
                  <a:cubicBezTo>
                    <a:pt x="89343" y="191440"/>
                    <a:pt x="90872" y="195884"/>
                    <a:pt x="93844" y="198567"/>
                  </a:cubicBezTo>
                  <a:cubicBezTo>
                    <a:pt x="96816" y="201251"/>
                    <a:pt x="101827" y="202592"/>
                    <a:pt x="108791" y="202592"/>
                  </a:cubicBezTo>
                  <a:lnTo>
                    <a:pt x="131551" y="202592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2" name="Forma Livre 154">
              <a:extLst>
                <a:ext uri="{FF2B5EF4-FFF2-40B4-BE49-F238E27FC236}">
                  <a16:creationId xmlns:a16="http://schemas.microsoft.com/office/drawing/2014/main" id="{93B571DB-83E4-013B-16DC-FA90B5CBF728}"/>
                </a:ext>
              </a:extLst>
            </p:cNvPr>
            <p:cNvSpPr/>
            <p:nvPr/>
          </p:nvSpPr>
          <p:spPr>
            <a:xfrm>
              <a:off x="3247515" y="1866988"/>
              <a:ext cx="75754" cy="295586"/>
            </a:xfrm>
            <a:custGeom>
              <a:avLst/>
              <a:gdLst>
                <a:gd name="connsiteX0" fmla="*/ 10616 w 75754"/>
                <a:gd name="connsiteY0" fmla="*/ 58530 h 295586"/>
                <a:gd name="connsiteX1" fmla="*/ 0 w 75754"/>
                <a:gd name="connsiteY1" fmla="*/ 34380 h 295586"/>
                <a:gd name="connsiteX2" fmla="*/ 10616 w 75754"/>
                <a:gd name="connsiteY2" fmla="*/ 9811 h 295586"/>
                <a:gd name="connsiteX3" fmla="*/ 38047 w 75754"/>
                <a:gd name="connsiteY3" fmla="*/ 0 h 295586"/>
                <a:gd name="connsiteX4" fmla="*/ 65139 w 75754"/>
                <a:gd name="connsiteY4" fmla="*/ 9811 h 295586"/>
                <a:gd name="connsiteX5" fmla="*/ 75755 w 75754"/>
                <a:gd name="connsiteY5" fmla="*/ 34380 h 295586"/>
                <a:gd name="connsiteX6" fmla="*/ 65139 w 75754"/>
                <a:gd name="connsiteY6" fmla="*/ 58530 h 295586"/>
                <a:gd name="connsiteX7" fmla="*/ 38047 w 75754"/>
                <a:gd name="connsiteY7" fmla="*/ 68341 h 295586"/>
                <a:gd name="connsiteX8" fmla="*/ 10616 w 75754"/>
                <a:gd name="connsiteY8" fmla="*/ 58530 h 295586"/>
                <a:gd name="connsiteX9" fmla="*/ 69895 w 75754"/>
                <a:gd name="connsiteY9" fmla="*/ 89724 h 295586"/>
                <a:gd name="connsiteX10" fmla="*/ 69895 w 75754"/>
                <a:gd name="connsiteY10" fmla="*/ 295587 h 295586"/>
                <a:gd name="connsiteX11" fmla="*/ 5945 w 75754"/>
                <a:gd name="connsiteY11" fmla="*/ 295587 h 295586"/>
                <a:gd name="connsiteX12" fmla="*/ 5945 w 75754"/>
                <a:gd name="connsiteY12" fmla="*/ 89724 h 295586"/>
                <a:gd name="connsiteX13" fmla="*/ 69895 w 75754"/>
                <a:gd name="connsiteY13" fmla="*/ 89724 h 295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754" h="295586">
                  <a:moveTo>
                    <a:pt x="10616" y="58530"/>
                  </a:moveTo>
                  <a:cubicBezTo>
                    <a:pt x="3482" y="51990"/>
                    <a:pt x="0" y="43940"/>
                    <a:pt x="0" y="34380"/>
                  </a:cubicBezTo>
                  <a:cubicBezTo>
                    <a:pt x="0" y="24821"/>
                    <a:pt x="3567" y="16352"/>
                    <a:pt x="10616" y="9811"/>
                  </a:cubicBezTo>
                  <a:cubicBezTo>
                    <a:pt x="17665" y="3270"/>
                    <a:pt x="26837" y="0"/>
                    <a:pt x="38047" y="0"/>
                  </a:cubicBezTo>
                  <a:cubicBezTo>
                    <a:pt x="49257" y="0"/>
                    <a:pt x="58005" y="3270"/>
                    <a:pt x="65139" y="9811"/>
                  </a:cubicBezTo>
                  <a:cubicBezTo>
                    <a:pt x="72273" y="16352"/>
                    <a:pt x="75755" y="24485"/>
                    <a:pt x="75755" y="34380"/>
                  </a:cubicBezTo>
                  <a:cubicBezTo>
                    <a:pt x="75755" y="44275"/>
                    <a:pt x="72188" y="52074"/>
                    <a:pt x="65139" y="58530"/>
                  </a:cubicBezTo>
                  <a:cubicBezTo>
                    <a:pt x="58090" y="64987"/>
                    <a:pt x="49003" y="68341"/>
                    <a:pt x="38047" y="68341"/>
                  </a:cubicBezTo>
                  <a:cubicBezTo>
                    <a:pt x="27092" y="68341"/>
                    <a:pt x="17665" y="65071"/>
                    <a:pt x="10616" y="58530"/>
                  </a:cubicBezTo>
                  <a:close/>
                  <a:moveTo>
                    <a:pt x="69895" y="89724"/>
                  </a:moveTo>
                  <a:lnTo>
                    <a:pt x="69895" y="295587"/>
                  </a:lnTo>
                  <a:lnTo>
                    <a:pt x="5945" y="295587"/>
                  </a:lnTo>
                  <a:lnTo>
                    <a:pt x="5945" y="89724"/>
                  </a:lnTo>
                  <a:lnTo>
                    <a:pt x="69895" y="89724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3" name="Forma Livre 155">
              <a:extLst>
                <a:ext uri="{FF2B5EF4-FFF2-40B4-BE49-F238E27FC236}">
                  <a16:creationId xmlns:a16="http://schemas.microsoft.com/office/drawing/2014/main" id="{FD52CDE0-10EB-165A-26E7-0E483C8A7144}"/>
                </a:ext>
              </a:extLst>
            </p:cNvPr>
            <p:cNvSpPr/>
            <p:nvPr/>
          </p:nvSpPr>
          <p:spPr>
            <a:xfrm>
              <a:off x="3363695" y="1954616"/>
              <a:ext cx="207391" cy="208042"/>
            </a:xfrm>
            <a:custGeom>
              <a:avLst/>
              <a:gdLst>
                <a:gd name="connsiteX0" fmla="*/ 185565 w 207391"/>
                <a:gd name="connsiteY0" fmla="*/ 23312 h 208042"/>
                <a:gd name="connsiteX1" fmla="*/ 207391 w 207391"/>
                <a:gd name="connsiteY1" fmla="*/ 87712 h 208042"/>
                <a:gd name="connsiteX2" fmla="*/ 207391 w 207391"/>
                <a:gd name="connsiteY2" fmla="*/ 208043 h 208042"/>
                <a:gd name="connsiteX3" fmla="*/ 143866 w 207391"/>
                <a:gd name="connsiteY3" fmla="*/ 208043 h 208042"/>
                <a:gd name="connsiteX4" fmla="*/ 143866 w 207391"/>
                <a:gd name="connsiteY4" fmla="*/ 96265 h 208042"/>
                <a:gd name="connsiteX5" fmla="*/ 132995 w 207391"/>
                <a:gd name="connsiteY5" fmla="*/ 64149 h 208042"/>
                <a:gd name="connsiteX6" fmla="*/ 103865 w 207391"/>
                <a:gd name="connsiteY6" fmla="*/ 52744 h 208042"/>
                <a:gd name="connsiteX7" fmla="*/ 74736 w 207391"/>
                <a:gd name="connsiteY7" fmla="*/ 64149 h 208042"/>
                <a:gd name="connsiteX8" fmla="*/ 63865 w 207391"/>
                <a:gd name="connsiteY8" fmla="*/ 96265 h 208042"/>
                <a:gd name="connsiteX9" fmla="*/ 63865 w 207391"/>
                <a:gd name="connsiteY9" fmla="*/ 208043 h 208042"/>
                <a:gd name="connsiteX10" fmla="*/ 0 w 207391"/>
                <a:gd name="connsiteY10" fmla="*/ 208043 h 208042"/>
                <a:gd name="connsiteX11" fmla="*/ 0 w 207391"/>
                <a:gd name="connsiteY11" fmla="*/ 2180 h 208042"/>
                <a:gd name="connsiteX12" fmla="*/ 63865 w 207391"/>
                <a:gd name="connsiteY12" fmla="*/ 2180 h 208042"/>
                <a:gd name="connsiteX13" fmla="*/ 63865 w 207391"/>
                <a:gd name="connsiteY13" fmla="*/ 29517 h 208042"/>
                <a:gd name="connsiteX14" fmla="*/ 90022 w 207391"/>
                <a:gd name="connsiteY14" fmla="*/ 7966 h 208042"/>
                <a:gd name="connsiteX15" fmla="*/ 127050 w 207391"/>
                <a:gd name="connsiteY15" fmla="*/ 0 h 208042"/>
                <a:gd name="connsiteX16" fmla="*/ 185565 w 207391"/>
                <a:gd name="connsiteY16" fmla="*/ 23395 h 208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7391" h="208042">
                  <a:moveTo>
                    <a:pt x="185565" y="23312"/>
                  </a:moveTo>
                  <a:cubicBezTo>
                    <a:pt x="200172" y="38908"/>
                    <a:pt x="207391" y="60375"/>
                    <a:pt x="207391" y="87712"/>
                  </a:cubicBezTo>
                  <a:lnTo>
                    <a:pt x="207391" y="208043"/>
                  </a:lnTo>
                  <a:lnTo>
                    <a:pt x="143866" y="208043"/>
                  </a:lnTo>
                  <a:lnTo>
                    <a:pt x="143866" y="96265"/>
                  </a:lnTo>
                  <a:cubicBezTo>
                    <a:pt x="143866" y="82513"/>
                    <a:pt x="140214" y="71779"/>
                    <a:pt x="132995" y="64149"/>
                  </a:cubicBezTo>
                  <a:cubicBezTo>
                    <a:pt x="125776" y="56518"/>
                    <a:pt x="116010" y="52744"/>
                    <a:pt x="103865" y="52744"/>
                  </a:cubicBezTo>
                  <a:cubicBezTo>
                    <a:pt x="91721" y="52744"/>
                    <a:pt x="81954" y="56602"/>
                    <a:pt x="74736" y="64149"/>
                  </a:cubicBezTo>
                  <a:cubicBezTo>
                    <a:pt x="67517" y="71779"/>
                    <a:pt x="63865" y="82513"/>
                    <a:pt x="63865" y="96265"/>
                  </a:cubicBezTo>
                  <a:lnTo>
                    <a:pt x="63865" y="208043"/>
                  </a:lnTo>
                  <a:lnTo>
                    <a:pt x="0" y="208043"/>
                  </a:lnTo>
                  <a:lnTo>
                    <a:pt x="0" y="2180"/>
                  </a:lnTo>
                  <a:lnTo>
                    <a:pt x="63865" y="2180"/>
                  </a:lnTo>
                  <a:lnTo>
                    <a:pt x="63865" y="29517"/>
                  </a:lnTo>
                  <a:cubicBezTo>
                    <a:pt x="70319" y="20460"/>
                    <a:pt x="79067" y="13249"/>
                    <a:pt x="90022" y="7966"/>
                  </a:cubicBezTo>
                  <a:cubicBezTo>
                    <a:pt x="100978" y="2683"/>
                    <a:pt x="113292" y="0"/>
                    <a:pt x="127050" y="0"/>
                  </a:cubicBezTo>
                  <a:cubicBezTo>
                    <a:pt x="151509" y="0"/>
                    <a:pt x="170958" y="7798"/>
                    <a:pt x="185565" y="2339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4" name="Forma Livre 156">
              <a:extLst>
                <a:ext uri="{FF2B5EF4-FFF2-40B4-BE49-F238E27FC236}">
                  <a16:creationId xmlns:a16="http://schemas.microsoft.com/office/drawing/2014/main" id="{6647C625-EA09-70B9-0363-7B7B3B7FA8FF}"/>
                </a:ext>
              </a:extLst>
            </p:cNvPr>
            <p:cNvSpPr/>
            <p:nvPr/>
          </p:nvSpPr>
          <p:spPr>
            <a:xfrm>
              <a:off x="3613804" y="1956712"/>
              <a:ext cx="207900" cy="208126"/>
            </a:xfrm>
            <a:custGeom>
              <a:avLst/>
              <a:gdLst>
                <a:gd name="connsiteX0" fmla="*/ 207731 w 207900"/>
                <a:gd name="connsiteY0" fmla="*/ 0 h 208126"/>
                <a:gd name="connsiteX1" fmla="*/ 207731 w 207900"/>
                <a:gd name="connsiteY1" fmla="*/ 205863 h 208126"/>
                <a:gd name="connsiteX2" fmla="*/ 143781 w 207900"/>
                <a:gd name="connsiteY2" fmla="*/ 205863 h 208126"/>
                <a:gd name="connsiteX3" fmla="*/ 143781 w 207900"/>
                <a:gd name="connsiteY3" fmla="*/ 177855 h 208126"/>
                <a:gd name="connsiteX4" fmla="*/ 117454 w 207900"/>
                <a:gd name="connsiteY4" fmla="*/ 199825 h 208126"/>
                <a:gd name="connsiteX5" fmla="*/ 80680 w 207900"/>
                <a:gd name="connsiteY5" fmla="*/ 208127 h 208126"/>
                <a:gd name="connsiteX6" fmla="*/ 38472 w 207900"/>
                <a:gd name="connsiteY6" fmla="*/ 197645 h 208126"/>
                <a:gd name="connsiteX7" fmla="*/ 10106 w 207900"/>
                <a:gd name="connsiteY7" fmla="*/ 167206 h 208126"/>
                <a:gd name="connsiteX8" fmla="*/ 0 w 207900"/>
                <a:gd name="connsiteY8" fmla="*/ 120331 h 208126"/>
                <a:gd name="connsiteX9" fmla="*/ 0 w 207900"/>
                <a:gd name="connsiteY9" fmla="*/ 0 h 208126"/>
                <a:gd name="connsiteX10" fmla="*/ 63525 w 207900"/>
                <a:gd name="connsiteY10" fmla="*/ 0 h 208126"/>
                <a:gd name="connsiteX11" fmla="*/ 63525 w 207900"/>
                <a:gd name="connsiteY11" fmla="*/ 111778 h 208126"/>
                <a:gd name="connsiteX12" fmla="*/ 74396 w 207900"/>
                <a:gd name="connsiteY12" fmla="*/ 143894 h 208126"/>
                <a:gd name="connsiteX13" fmla="*/ 103526 w 207900"/>
                <a:gd name="connsiteY13" fmla="*/ 155298 h 208126"/>
                <a:gd name="connsiteX14" fmla="*/ 133080 w 207900"/>
                <a:gd name="connsiteY14" fmla="*/ 143894 h 208126"/>
                <a:gd name="connsiteX15" fmla="*/ 143951 w 207900"/>
                <a:gd name="connsiteY15" fmla="*/ 111778 h 208126"/>
                <a:gd name="connsiteX16" fmla="*/ 143951 w 207900"/>
                <a:gd name="connsiteY16" fmla="*/ 0 h 208126"/>
                <a:gd name="connsiteX17" fmla="*/ 207901 w 207900"/>
                <a:gd name="connsiteY17" fmla="*/ 0 h 2081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7900" h="208126">
                  <a:moveTo>
                    <a:pt x="207731" y="0"/>
                  </a:moveTo>
                  <a:lnTo>
                    <a:pt x="207731" y="205863"/>
                  </a:lnTo>
                  <a:lnTo>
                    <a:pt x="143781" y="205863"/>
                  </a:lnTo>
                  <a:lnTo>
                    <a:pt x="143781" y="177855"/>
                  </a:lnTo>
                  <a:cubicBezTo>
                    <a:pt x="137326" y="186995"/>
                    <a:pt x="128494" y="194291"/>
                    <a:pt x="117454" y="199825"/>
                  </a:cubicBezTo>
                  <a:cubicBezTo>
                    <a:pt x="106328" y="205359"/>
                    <a:pt x="94099" y="208127"/>
                    <a:pt x="80680" y="208127"/>
                  </a:cubicBezTo>
                  <a:cubicBezTo>
                    <a:pt x="64714" y="208127"/>
                    <a:pt x="50616" y="204605"/>
                    <a:pt x="38472" y="197645"/>
                  </a:cubicBezTo>
                  <a:cubicBezTo>
                    <a:pt x="26242" y="190601"/>
                    <a:pt x="16816" y="180455"/>
                    <a:pt x="10106" y="167206"/>
                  </a:cubicBezTo>
                  <a:cubicBezTo>
                    <a:pt x="3397" y="153957"/>
                    <a:pt x="0" y="138276"/>
                    <a:pt x="0" y="120331"/>
                  </a:cubicBezTo>
                  <a:lnTo>
                    <a:pt x="0" y="0"/>
                  </a:lnTo>
                  <a:lnTo>
                    <a:pt x="63525" y="0"/>
                  </a:lnTo>
                  <a:lnTo>
                    <a:pt x="63525" y="111778"/>
                  </a:lnTo>
                  <a:cubicBezTo>
                    <a:pt x="63525" y="125530"/>
                    <a:pt x="67092" y="136263"/>
                    <a:pt x="74396" y="143894"/>
                  </a:cubicBezTo>
                  <a:cubicBezTo>
                    <a:pt x="81615" y="151525"/>
                    <a:pt x="91381" y="155298"/>
                    <a:pt x="103526" y="155298"/>
                  </a:cubicBezTo>
                  <a:cubicBezTo>
                    <a:pt x="115670" y="155298"/>
                    <a:pt x="125776" y="151441"/>
                    <a:pt x="133080" y="143894"/>
                  </a:cubicBezTo>
                  <a:cubicBezTo>
                    <a:pt x="140299" y="136263"/>
                    <a:pt x="143951" y="125530"/>
                    <a:pt x="143951" y="111778"/>
                  </a:cubicBezTo>
                  <a:lnTo>
                    <a:pt x="143951" y="0"/>
                  </a:lnTo>
                  <a:lnTo>
                    <a:pt x="20790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  <p:sp>
          <p:nvSpPr>
            <p:cNvPr id="55" name="Forma Livre 157">
              <a:extLst>
                <a:ext uri="{FF2B5EF4-FFF2-40B4-BE49-F238E27FC236}">
                  <a16:creationId xmlns:a16="http://schemas.microsoft.com/office/drawing/2014/main" id="{0B38868C-BAA1-FB00-615A-E699991CA235}"/>
                </a:ext>
              </a:extLst>
            </p:cNvPr>
            <p:cNvSpPr/>
            <p:nvPr/>
          </p:nvSpPr>
          <p:spPr>
            <a:xfrm>
              <a:off x="3854826" y="1953777"/>
              <a:ext cx="220045" cy="211732"/>
            </a:xfrm>
            <a:custGeom>
              <a:avLst/>
              <a:gdLst>
                <a:gd name="connsiteX0" fmla="*/ 12144 w 220045"/>
                <a:gd name="connsiteY0" fmla="*/ 49810 h 211732"/>
                <a:gd name="connsiteX1" fmla="*/ 45181 w 220045"/>
                <a:gd name="connsiteY1" fmla="*/ 12914 h 211732"/>
                <a:gd name="connsiteX2" fmla="*/ 91891 w 220045"/>
                <a:gd name="connsiteY2" fmla="*/ 0 h 211732"/>
                <a:gd name="connsiteX3" fmla="*/ 130532 w 220045"/>
                <a:gd name="connsiteY3" fmla="*/ 8889 h 211732"/>
                <a:gd name="connsiteX4" fmla="*/ 156180 w 220045"/>
                <a:gd name="connsiteY4" fmla="*/ 32116 h 211732"/>
                <a:gd name="connsiteX5" fmla="*/ 156180 w 220045"/>
                <a:gd name="connsiteY5" fmla="*/ 2935 h 211732"/>
                <a:gd name="connsiteX6" fmla="*/ 220045 w 220045"/>
                <a:gd name="connsiteY6" fmla="*/ 2935 h 211732"/>
                <a:gd name="connsiteX7" fmla="*/ 220045 w 220045"/>
                <a:gd name="connsiteY7" fmla="*/ 208797 h 211732"/>
                <a:gd name="connsiteX8" fmla="*/ 156180 w 220045"/>
                <a:gd name="connsiteY8" fmla="*/ 208797 h 211732"/>
                <a:gd name="connsiteX9" fmla="*/ 156180 w 220045"/>
                <a:gd name="connsiteY9" fmla="*/ 179616 h 211732"/>
                <a:gd name="connsiteX10" fmla="*/ 130193 w 220045"/>
                <a:gd name="connsiteY10" fmla="*/ 202844 h 211732"/>
                <a:gd name="connsiteX11" fmla="*/ 91551 w 220045"/>
                <a:gd name="connsiteY11" fmla="*/ 211732 h 211732"/>
                <a:gd name="connsiteX12" fmla="*/ 45181 w 220045"/>
                <a:gd name="connsiteY12" fmla="*/ 198651 h 211732"/>
                <a:gd name="connsiteX13" fmla="*/ 12144 w 220045"/>
                <a:gd name="connsiteY13" fmla="*/ 161420 h 211732"/>
                <a:gd name="connsiteX14" fmla="*/ 0 w 220045"/>
                <a:gd name="connsiteY14" fmla="*/ 105489 h 211732"/>
                <a:gd name="connsiteX15" fmla="*/ 12144 w 220045"/>
                <a:gd name="connsiteY15" fmla="*/ 49726 h 211732"/>
                <a:gd name="connsiteX16" fmla="*/ 142932 w 220045"/>
                <a:gd name="connsiteY16" fmla="*/ 68593 h 211732"/>
                <a:gd name="connsiteX17" fmla="*/ 110575 w 220045"/>
                <a:gd name="connsiteY17" fmla="*/ 54925 h 211732"/>
                <a:gd name="connsiteX18" fmla="*/ 78218 w 220045"/>
                <a:gd name="connsiteY18" fmla="*/ 68425 h 211732"/>
                <a:gd name="connsiteX19" fmla="*/ 64969 w 220045"/>
                <a:gd name="connsiteY19" fmla="*/ 105489 h 211732"/>
                <a:gd name="connsiteX20" fmla="*/ 78218 w 220045"/>
                <a:gd name="connsiteY20" fmla="*/ 142972 h 211732"/>
                <a:gd name="connsiteX21" fmla="*/ 110575 w 220045"/>
                <a:gd name="connsiteY21" fmla="*/ 156808 h 211732"/>
                <a:gd name="connsiteX22" fmla="*/ 142932 w 220045"/>
                <a:gd name="connsiteY22" fmla="*/ 143139 h 211732"/>
                <a:gd name="connsiteX23" fmla="*/ 156180 w 220045"/>
                <a:gd name="connsiteY23" fmla="*/ 105908 h 211732"/>
                <a:gd name="connsiteX24" fmla="*/ 142932 w 220045"/>
                <a:gd name="connsiteY24" fmla="*/ 68677 h 211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20045" h="211732">
                  <a:moveTo>
                    <a:pt x="12144" y="49810"/>
                  </a:moveTo>
                  <a:cubicBezTo>
                    <a:pt x="20213" y="33793"/>
                    <a:pt x="31253" y="21551"/>
                    <a:pt x="45181" y="12914"/>
                  </a:cubicBezTo>
                  <a:cubicBezTo>
                    <a:pt x="59109" y="4277"/>
                    <a:pt x="74736" y="0"/>
                    <a:pt x="91891" y="0"/>
                  </a:cubicBezTo>
                  <a:cubicBezTo>
                    <a:pt x="106583" y="0"/>
                    <a:pt x="119492" y="2935"/>
                    <a:pt x="130532" y="8889"/>
                  </a:cubicBezTo>
                  <a:cubicBezTo>
                    <a:pt x="141658" y="14758"/>
                    <a:pt x="150150" y="22557"/>
                    <a:pt x="156180" y="32116"/>
                  </a:cubicBezTo>
                  <a:lnTo>
                    <a:pt x="156180" y="2935"/>
                  </a:lnTo>
                  <a:lnTo>
                    <a:pt x="220045" y="2935"/>
                  </a:lnTo>
                  <a:lnTo>
                    <a:pt x="220045" y="208797"/>
                  </a:lnTo>
                  <a:lnTo>
                    <a:pt x="156180" y="208797"/>
                  </a:lnTo>
                  <a:lnTo>
                    <a:pt x="156180" y="179616"/>
                  </a:lnTo>
                  <a:cubicBezTo>
                    <a:pt x="149981" y="189175"/>
                    <a:pt x="141318" y="196974"/>
                    <a:pt x="130193" y="202844"/>
                  </a:cubicBezTo>
                  <a:cubicBezTo>
                    <a:pt x="119067" y="208714"/>
                    <a:pt x="106243" y="211732"/>
                    <a:pt x="91551" y="211732"/>
                  </a:cubicBezTo>
                  <a:cubicBezTo>
                    <a:pt x="74566" y="211732"/>
                    <a:pt x="59194" y="207372"/>
                    <a:pt x="45181" y="198651"/>
                  </a:cubicBezTo>
                  <a:cubicBezTo>
                    <a:pt x="31168" y="189930"/>
                    <a:pt x="20213" y="177520"/>
                    <a:pt x="12144" y="161420"/>
                  </a:cubicBezTo>
                  <a:cubicBezTo>
                    <a:pt x="4076" y="145320"/>
                    <a:pt x="0" y="126704"/>
                    <a:pt x="0" y="105489"/>
                  </a:cubicBezTo>
                  <a:cubicBezTo>
                    <a:pt x="0" y="84274"/>
                    <a:pt x="4076" y="65742"/>
                    <a:pt x="12144" y="49726"/>
                  </a:cubicBezTo>
                  <a:close/>
                  <a:moveTo>
                    <a:pt x="142932" y="68593"/>
                  </a:moveTo>
                  <a:cubicBezTo>
                    <a:pt x="134099" y="59537"/>
                    <a:pt x="123314" y="54925"/>
                    <a:pt x="110575" y="54925"/>
                  </a:cubicBezTo>
                  <a:cubicBezTo>
                    <a:pt x="97836" y="54925"/>
                    <a:pt x="87050" y="59453"/>
                    <a:pt x="78218" y="68425"/>
                  </a:cubicBezTo>
                  <a:cubicBezTo>
                    <a:pt x="69385" y="77398"/>
                    <a:pt x="64969" y="89808"/>
                    <a:pt x="64969" y="105489"/>
                  </a:cubicBezTo>
                  <a:cubicBezTo>
                    <a:pt x="64969" y="121170"/>
                    <a:pt x="69385" y="133748"/>
                    <a:pt x="78218" y="142972"/>
                  </a:cubicBezTo>
                  <a:cubicBezTo>
                    <a:pt x="87050" y="152196"/>
                    <a:pt x="97836" y="156808"/>
                    <a:pt x="110575" y="156808"/>
                  </a:cubicBezTo>
                  <a:cubicBezTo>
                    <a:pt x="123314" y="156808"/>
                    <a:pt x="134014" y="152280"/>
                    <a:pt x="142932" y="143139"/>
                  </a:cubicBezTo>
                  <a:cubicBezTo>
                    <a:pt x="151764" y="134083"/>
                    <a:pt x="156180" y="121589"/>
                    <a:pt x="156180" y="105908"/>
                  </a:cubicBezTo>
                  <a:cubicBezTo>
                    <a:pt x="156180" y="90227"/>
                    <a:pt x="151764" y="77733"/>
                    <a:pt x="142932" y="68677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BR" sz="622"/>
            </a:p>
          </p:txBody>
        </p:sp>
      </p:grpSp>
      <p:grpSp>
        <p:nvGrpSpPr>
          <p:cNvPr id="56" name="Google Shape;474;p35">
            <a:extLst>
              <a:ext uri="{FF2B5EF4-FFF2-40B4-BE49-F238E27FC236}">
                <a16:creationId xmlns:a16="http://schemas.microsoft.com/office/drawing/2014/main" id="{E1921D94-461E-5196-EE8F-94DF2DCD6020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57" name="Google Shape;475;p35">
              <a:extLst>
                <a:ext uri="{FF2B5EF4-FFF2-40B4-BE49-F238E27FC236}">
                  <a16:creationId xmlns:a16="http://schemas.microsoft.com/office/drawing/2014/main" id="{4B7A59BD-39AA-D4D9-B441-AD5C61EE2D86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476;p35">
              <a:extLst>
                <a:ext uri="{FF2B5EF4-FFF2-40B4-BE49-F238E27FC236}">
                  <a16:creationId xmlns:a16="http://schemas.microsoft.com/office/drawing/2014/main" id="{FDCB7CE1-8285-DACF-6414-1FBF9343E505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477;p35">
              <a:extLst>
                <a:ext uri="{FF2B5EF4-FFF2-40B4-BE49-F238E27FC236}">
                  <a16:creationId xmlns:a16="http://schemas.microsoft.com/office/drawing/2014/main" id="{76C18DF6-5B7E-80D5-39D0-2CEF4F8B5DCB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478;p35">
              <a:extLst>
                <a:ext uri="{FF2B5EF4-FFF2-40B4-BE49-F238E27FC236}">
                  <a16:creationId xmlns:a16="http://schemas.microsoft.com/office/drawing/2014/main" id="{DF1A1AA3-83B6-3416-6859-988EED61CE9B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1" name="Google Shape;479;p35">
              <a:extLst>
                <a:ext uri="{FF2B5EF4-FFF2-40B4-BE49-F238E27FC236}">
                  <a16:creationId xmlns:a16="http://schemas.microsoft.com/office/drawing/2014/main" id="{24EAB5FE-D3AF-D232-425B-AD323C119B94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62" name="Google Shape;480;p35">
                <a:extLst>
                  <a:ext uri="{FF2B5EF4-FFF2-40B4-BE49-F238E27FC236}">
                    <a16:creationId xmlns:a16="http://schemas.microsoft.com/office/drawing/2014/main" id="{96CFAEF3-C8AD-80B8-415D-C2DCA35EF78F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481;p35">
                <a:extLst>
                  <a:ext uri="{FF2B5EF4-FFF2-40B4-BE49-F238E27FC236}">
                    <a16:creationId xmlns:a16="http://schemas.microsoft.com/office/drawing/2014/main" id="{FE9995A8-612E-94A3-EA6C-E72CDA5C3FD7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0" name="Google Shape;482;p35">
                <a:extLst>
                  <a:ext uri="{FF2B5EF4-FFF2-40B4-BE49-F238E27FC236}">
                    <a16:creationId xmlns:a16="http://schemas.microsoft.com/office/drawing/2014/main" id="{96341BFB-C6B1-F343-FDD3-55BD2C6B5283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1" name="Google Shape;483;p35">
                <a:extLst>
                  <a:ext uri="{FF2B5EF4-FFF2-40B4-BE49-F238E27FC236}">
                    <a16:creationId xmlns:a16="http://schemas.microsoft.com/office/drawing/2014/main" id="{6CEA493D-10C5-7004-065F-AB27AEB02AAF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484;p35">
                <a:extLst>
                  <a:ext uri="{FF2B5EF4-FFF2-40B4-BE49-F238E27FC236}">
                    <a16:creationId xmlns:a16="http://schemas.microsoft.com/office/drawing/2014/main" id="{291104AB-5BCC-0F9F-234A-0A81856A87CF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3" name="Google Shape;485;p35">
                <a:extLst>
                  <a:ext uri="{FF2B5EF4-FFF2-40B4-BE49-F238E27FC236}">
                    <a16:creationId xmlns:a16="http://schemas.microsoft.com/office/drawing/2014/main" id="{DF1ED732-3F25-6CDD-0164-E0D86CA41BD9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4" name="Google Shape;486;p35">
                <a:extLst>
                  <a:ext uri="{FF2B5EF4-FFF2-40B4-BE49-F238E27FC236}">
                    <a16:creationId xmlns:a16="http://schemas.microsoft.com/office/drawing/2014/main" id="{6ED8C7EA-F933-0157-5B8A-877B6AF38D5F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5" name="Google Shape;487;p35">
                <a:extLst>
                  <a:ext uri="{FF2B5EF4-FFF2-40B4-BE49-F238E27FC236}">
                    <a16:creationId xmlns:a16="http://schemas.microsoft.com/office/drawing/2014/main" id="{EF35FBC6-64A5-AA2A-3E6F-79D9DC61DED9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6" name="Google Shape;488;p35">
                <a:extLst>
                  <a:ext uri="{FF2B5EF4-FFF2-40B4-BE49-F238E27FC236}">
                    <a16:creationId xmlns:a16="http://schemas.microsoft.com/office/drawing/2014/main" id="{6F78CABE-C814-37C0-1F3E-8A49ABE638FF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7" name="Google Shape;489;p35">
                <a:extLst>
                  <a:ext uri="{FF2B5EF4-FFF2-40B4-BE49-F238E27FC236}">
                    <a16:creationId xmlns:a16="http://schemas.microsoft.com/office/drawing/2014/main" id="{D9C1D501-8D77-EC9D-6E81-F21B542B28B9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888" name="Gráfico 2887">
            <a:extLst>
              <a:ext uri="{FF2B5EF4-FFF2-40B4-BE49-F238E27FC236}">
                <a16:creationId xmlns:a16="http://schemas.microsoft.com/office/drawing/2014/main" id="{8CC16B32-37A1-C871-BC56-FA4FD1C22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689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3" name="Google Shape;2943;p279"/>
          <p:cNvSpPr txBox="1"/>
          <p:nvPr/>
        </p:nvSpPr>
        <p:spPr>
          <a:xfrm>
            <a:off x="2700956" y="1977772"/>
            <a:ext cx="8881442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 seguida, respondam no caderno com suas palavras:</a:t>
            </a:r>
          </a:p>
        </p:txBody>
      </p:sp>
      <p:sp>
        <p:nvSpPr>
          <p:cNvPr id="32" name="Espaço Reservado para Texto 60">
            <a:extLst>
              <a:ext uri="{FF2B5EF4-FFF2-40B4-BE49-F238E27FC236}">
                <a16:creationId xmlns:a16="http://schemas.microsoft.com/office/drawing/2014/main" id="{7CB8B583-746B-79A1-A2FC-C0A750B66AA5}"/>
              </a:ext>
            </a:extLst>
          </p:cNvPr>
          <p:cNvSpPr txBox="1">
            <a:spLocks/>
          </p:cNvSpPr>
          <p:nvPr/>
        </p:nvSpPr>
        <p:spPr>
          <a:xfrm>
            <a:off x="878473" y="5194925"/>
            <a:ext cx="118017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Em duplas</a:t>
            </a:r>
          </a:p>
        </p:txBody>
      </p:sp>
      <p:sp>
        <p:nvSpPr>
          <p:cNvPr id="33" name="Espaço Reservado para Texto 60">
            <a:extLst>
              <a:ext uri="{FF2B5EF4-FFF2-40B4-BE49-F238E27FC236}">
                <a16:creationId xmlns:a16="http://schemas.microsoft.com/office/drawing/2014/main" id="{2383807D-1D7F-220B-ED95-C9CA61D16A8A}"/>
              </a:ext>
            </a:extLst>
          </p:cNvPr>
          <p:cNvSpPr txBox="1">
            <a:spLocks/>
          </p:cNvSpPr>
          <p:nvPr/>
        </p:nvSpPr>
        <p:spPr>
          <a:xfrm>
            <a:off x="878473" y="4765206"/>
            <a:ext cx="1312497" cy="306793"/>
          </a:xfrm>
          <a:prstGeom prst="rect">
            <a:avLst/>
          </a:prstGeom>
        </p:spPr>
        <p:txBody>
          <a:bodyPr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00" b="1" i="0" u="none" strike="noStrike" cap="none" spc="0">
                <a:solidFill>
                  <a:srgbClr val="000000"/>
                </a:solidFill>
                <a:latin typeface="Poppins" pitchFamily="2" charset="77"/>
                <a:ea typeface="Arial"/>
                <a:cs typeface="Poppins" pitchFamily="2" charset="77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pt-BR" sz="1100"/>
              <a:t>Durante a aula</a:t>
            </a:r>
          </a:p>
        </p:txBody>
      </p:sp>
      <p:sp>
        <p:nvSpPr>
          <p:cNvPr id="34" name="Google Shape;2943;p279">
            <a:extLst>
              <a:ext uri="{FF2B5EF4-FFF2-40B4-BE49-F238E27FC236}">
                <a16:creationId xmlns:a16="http://schemas.microsoft.com/office/drawing/2014/main" id="{8800CFDB-5205-FD42-C922-90EAFC30FFEC}"/>
              </a:ext>
            </a:extLst>
          </p:cNvPr>
          <p:cNvSpPr txBox="1"/>
          <p:nvPr/>
        </p:nvSpPr>
        <p:spPr>
          <a:xfrm>
            <a:off x="2694971" y="4668762"/>
            <a:ext cx="897125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pt-BR" sz="2000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Compartilhem a resolução conforme orientação do professor. </a:t>
            </a:r>
            <a:endParaRPr sz="2000" dirty="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610;p16">
            <a:extLst>
              <a:ext uri="{FF2B5EF4-FFF2-40B4-BE49-F238E27FC236}">
                <a16:creationId xmlns:a16="http://schemas.microsoft.com/office/drawing/2014/main" id="{5C671F3B-11BA-961C-72CB-A585CCCE8AA1}"/>
              </a:ext>
            </a:extLst>
          </p:cNvPr>
          <p:cNvSpPr/>
          <p:nvPr/>
        </p:nvSpPr>
        <p:spPr>
          <a:xfrm rot="10800000" flipH="1">
            <a:off x="2784781" y="2820462"/>
            <a:ext cx="8881442" cy="1567302"/>
          </a:xfrm>
          <a:prstGeom prst="foldedCorner">
            <a:avLst>
              <a:gd name="adj" fmla="val 16667"/>
            </a:avLst>
          </a:prstGeom>
          <a:solidFill>
            <a:srgbClr val="529AC2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 algn="ctr">
              <a:buSzPts val="1400"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36" name="Espaço Reservado para Texto 3">
            <a:extLst>
              <a:ext uri="{FF2B5EF4-FFF2-40B4-BE49-F238E27FC236}">
                <a16:creationId xmlns:a16="http://schemas.microsoft.com/office/drawing/2014/main" id="{270804B3-DE27-807C-9CBA-65EBCB090E9D}"/>
              </a:ext>
            </a:extLst>
          </p:cNvPr>
          <p:cNvSpPr txBox="1">
            <a:spLocks/>
          </p:cNvSpPr>
          <p:nvPr/>
        </p:nvSpPr>
        <p:spPr>
          <a:xfrm>
            <a:off x="2983261" y="3069049"/>
            <a:ext cx="8593825" cy="788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33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0005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/>
                <a:cs typeface="Poppins"/>
              </a:rPr>
              <a:t>Como a média foi calculada a partir das vendas?</a:t>
            </a:r>
          </a:p>
          <a:p>
            <a:pPr marL="40005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/>
                <a:cs typeface="Poppins"/>
              </a:rPr>
              <a:t>Por que a estrutura </a:t>
            </a:r>
            <a:r>
              <a:rPr lang="pt-BR" sz="1800" dirty="0" err="1">
                <a:solidFill>
                  <a:schemeClr val="bg1"/>
                </a:solidFill>
                <a:latin typeface="Poppins"/>
                <a:cs typeface="Poppins"/>
              </a:rPr>
              <a:t>if</a:t>
            </a:r>
            <a:r>
              <a:rPr lang="pt-BR" sz="1800" dirty="0">
                <a:solidFill>
                  <a:schemeClr val="bg1"/>
                </a:solidFill>
                <a:latin typeface="Poppins"/>
                <a:cs typeface="Poppins"/>
              </a:rPr>
              <a:t> é necessária?</a:t>
            </a:r>
          </a:p>
          <a:p>
            <a:pPr marL="40005" indent="-285750"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Poppins"/>
                <a:cs typeface="Poppins"/>
              </a:rPr>
              <a:t>O que aconteceria se a empresa mudasse as faixas de desempenho?</a:t>
            </a:r>
          </a:p>
        </p:txBody>
      </p:sp>
      <p:sp>
        <p:nvSpPr>
          <p:cNvPr id="37" name="Google Shape;2919;p278">
            <a:extLst>
              <a:ext uri="{FF2B5EF4-FFF2-40B4-BE49-F238E27FC236}">
                <a16:creationId xmlns:a16="http://schemas.microsoft.com/office/drawing/2014/main" id="{9CFC51C7-61FE-3296-17BC-29A6CA553AA7}"/>
              </a:ext>
            </a:extLst>
          </p:cNvPr>
          <p:cNvSpPr txBox="1"/>
          <p:nvPr/>
        </p:nvSpPr>
        <p:spPr>
          <a:xfrm>
            <a:off x="2694971" y="680084"/>
            <a:ext cx="8887427" cy="104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sz="3200" b="1" dirty="0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Implementando a classificação de produtos da Papelaria Ponto Certo</a:t>
            </a:r>
          </a:p>
        </p:txBody>
      </p:sp>
      <p:grpSp>
        <p:nvGrpSpPr>
          <p:cNvPr id="38" name="Google Shape;474;p35">
            <a:extLst>
              <a:ext uri="{FF2B5EF4-FFF2-40B4-BE49-F238E27FC236}">
                <a16:creationId xmlns:a16="http://schemas.microsoft.com/office/drawing/2014/main" id="{A3C8AC53-5689-1AB4-FA09-9F6EE93BC6F4}"/>
              </a:ext>
            </a:extLst>
          </p:cNvPr>
          <p:cNvGrpSpPr/>
          <p:nvPr/>
        </p:nvGrpSpPr>
        <p:grpSpPr>
          <a:xfrm>
            <a:off x="464298" y="4726001"/>
            <a:ext cx="284745" cy="286039"/>
            <a:chOff x="11797069" y="2783619"/>
            <a:chExt cx="427118" cy="429059"/>
          </a:xfrm>
          <a:noFill/>
        </p:grpSpPr>
        <p:sp>
          <p:nvSpPr>
            <p:cNvPr id="39" name="Google Shape;475;p35">
              <a:extLst>
                <a:ext uri="{FF2B5EF4-FFF2-40B4-BE49-F238E27FC236}">
                  <a16:creationId xmlns:a16="http://schemas.microsoft.com/office/drawing/2014/main" id="{98A27D81-2FB2-7A6C-BB0E-703292EBACB2}"/>
                </a:ext>
              </a:extLst>
            </p:cNvPr>
            <p:cNvSpPr/>
            <p:nvPr/>
          </p:nvSpPr>
          <p:spPr>
            <a:xfrm>
              <a:off x="11797069" y="2931169"/>
              <a:ext cx="427118" cy="281509"/>
            </a:xfrm>
            <a:custGeom>
              <a:avLst/>
              <a:gdLst/>
              <a:ahLst/>
              <a:cxnLst/>
              <a:rect l="l" t="t" r="r" b="b"/>
              <a:pathLst>
                <a:path w="427118" h="281509" extrusionOk="0">
                  <a:moveTo>
                    <a:pt x="0" y="0"/>
                  </a:moveTo>
                  <a:lnTo>
                    <a:pt x="0" y="223266"/>
                  </a:lnTo>
                  <a:cubicBezTo>
                    <a:pt x="0" y="255397"/>
                    <a:pt x="26112" y="281510"/>
                    <a:pt x="58243" y="281510"/>
                  </a:cubicBezTo>
                  <a:lnTo>
                    <a:pt x="368875" y="281510"/>
                  </a:lnTo>
                  <a:cubicBezTo>
                    <a:pt x="401006" y="281510"/>
                    <a:pt x="427118" y="255397"/>
                    <a:pt x="427118" y="223266"/>
                  </a:cubicBezTo>
                  <a:lnTo>
                    <a:pt x="4271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76;p35">
              <a:extLst>
                <a:ext uri="{FF2B5EF4-FFF2-40B4-BE49-F238E27FC236}">
                  <a16:creationId xmlns:a16="http://schemas.microsoft.com/office/drawing/2014/main" id="{D25B9A0C-C933-935A-8CAE-84BF0B668610}"/>
                </a:ext>
              </a:extLst>
            </p:cNvPr>
            <p:cNvSpPr/>
            <p:nvPr/>
          </p:nvSpPr>
          <p:spPr>
            <a:xfrm>
              <a:off x="11797069" y="2824389"/>
              <a:ext cx="427118" cy="106779"/>
            </a:xfrm>
            <a:custGeom>
              <a:avLst/>
              <a:gdLst/>
              <a:ahLst/>
              <a:cxnLst/>
              <a:rect l="l" t="t" r="r" b="b"/>
              <a:pathLst>
                <a:path w="427118" h="106779" extrusionOk="0">
                  <a:moveTo>
                    <a:pt x="368875" y="0"/>
                  </a:moveTo>
                  <a:lnTo>
                    <a:pt x="357226" y="0"/>
                  </a:lnTo>
                  <a:lnTo>
                    <a:pt x="357226" y="17473"/>
                  </a:lnTo>
                  <a:cubicBezTo>
                    <a:pt x="357226" y="30384"/>
                    <a:pt x="346839" y="40770"/>
                    <a:pt x="333929" y="40770"/>
                  </a:cubicBezTo>
                  <a:cubicBezTo>
                    <a:pt x="321018" y="40770"/>
                    <a:pt x="310631" y="30384"/>
                    <a:pt x="310631" y="17473"/>
                  </a:cubicBezTo>
                  <a:lnTo>
                    <a:pt x="310631" y="0"/>
                  </a:lnTo>
                  <a:lnTo>
                    <a:pt x="116487" y="0"/>
                  </a:lnTo>
                  <a:lnTo>
                    <a:pt x="116487" y="17473"/>
                  </a:lnTo>
                  <a:cubicBezTo>
                    <a:pt x="116487" y="30384"/>
                    <a:pt x="106100" y="40770"/>
                    <a:pt x="93189" y="40770"/>
                  </a:cubicBezTo>
                  <a:cubicBezTo>
                    <a:pt x="80279" y="40770"/>
                    <a:pt x="69892" y="30384"/>
                    <a:pt x="69892" y="17473"/>
                  </a:cubicBezTo>
                  <a:lnTo>
                    <a:pt x="69892" y="0"/>
                  </a:lnTo>
                  <a:lnTo>
                    <a:pt x="58243" y="0"/>
                  </a:lnTo>
                  <a:cubicBezTo>
                    <a:pt x="26112" y="0"/>
                    <a:pt x="0" y="26112"/>
                    <a:pt x="0" y="58243"/>
                  </a:cubicBezTo>
                  <a:lnTo>
                    <a:pt x="0" y="106780"/>
                  </a:lnTo>
                  <a:lnTo>
                    <a:pt x="427118" y="106780"/>
                  </a:lnTo>
                  <a:lnTo>
                    <a:pt x="427118" y="58243"/>
                  </a:lnTo>
                  <a:cubicBezTo>
                    <a:pt x="427118" y="26112"/>
                    <a:pt x="401006" y="0"/>
                    <a:pt x="368875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77;p35">
              <a:extLst>
                <a:ext uri="{FF2B5EF4-FFF2-40B4-BE49-F238E27FC236}">
                  <a16:creationId xmlns:a16="http://schemas.microsoft.com/office/drawing/2014/main" id="{59C30946-A647-30C6-00DD-D1B86C4A14DF}"/>
                </a:ext>
              </a:extLst>
            </p:cNvPr>
            <p:cNvSpPr/>
            <p:nvPr/>
          </p:nvSpPr>
          <p:spPr>
            <a:xfrm>
              <a:off x="11866961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78;p35">
              <a:extLst>
                <a:ext uri="{FF2B5EF4-FFF2-40B4-BE49-F238E27FC236}">
                  <a16:creationId xmlns:a16="http://schemas.microsoft.com/office/drawing/2014/main" id="{49FCDCF5-28A1-AAF2-1FA9-FF933893735E}"/>
                </a:ext>
              </a:extLst>
            </p:cNvPr>
            <p:cNvSpPr/>
            <p:nvPr/>
          </p:nvSpPr>
          <p:spPr>
            <a:xfrm>
              <a:off x="12107700" y="2783619"/>
              <a:ext cx="46594" cy="81540"/>
            </a:xfrm>
            <a:custGeom>
              <a:avLst/>
              <a:gdLst/>
              <a:ahLst/>
              <a:cxnLst/>
              <a:rect l="l" t="t" r="r" b="b"/>
              <a:pathLst>
                <a:path w="46594" h="81540" extrusionOk="0">
                  <a:moveTo>
                    <a:pt x="23297" y="0"/>
                  </a:moveTo>
                  <a:cubicBezTo>
                    <a:pt x="10387" y="0"/>
                    <a:pt x="0" y="10387"/>
                    <a:pt x="0" y="23297"/>
                  </a:cubicBezTo>
                  <a:lnTo>
                    <a:pt x="0" y="58243"/>
                  </a:lnTo>
                  <a:cubicBezTo>
                    <a:pt x="0" y="71154"/>
                    <a:pt x="10387" y="81541"/>
                    <a:pt x="23297" y="81541"/>
                  </a:cubicBezTo>
                  <a:cubicBezTo>
                    <a:pt x="36208" y="81541"/>
                    <a:pt x="46595" y="71154"/>
                    <a:pt x="46595" y="58243"/>
                  </a:cubicBezTo>
                  <a:lnTo>
                    <a:pt x="46595" y="23297"/>
                  </a:lnTo>
                  <a:cubicBezTo>
                    <a:pt x="46595" y="10387"/>
                    <a:pt x="36208" y="0"/>
                    <a:pt x="23297" y="0"/>
                  </a:cubicBezTo>
                  <a:close/>
                </a:path>
              </a:pathLst>
            </a:custGeom>
            <a:grpFill/>
            <a:ln w="19050" cap="rnd" cmpd="sng">
              <a:solidFill>
                <a:srgbClr val="FF161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0950" tIns="30467" rIns="60950" bIns="30467" anchor="ctr" anchorCtr="0">
              <a:noAutofit/>
            </a:bodyPr>
            <a:lstStyle/>
            <a:p>
              <a:pPr>
                <a:buSzPts val="1800"/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79;p35">
              <a:extLst>
                <a:ext uri="{FF2B5EF4-FFF2-40B4-BE49-F238E27FC236}">
                  <a16:creationId xmlns:a16="http://schemas.microsoft.com/office/drawing/2014/main" id="{97429D91-42E6-B8C4-5B82-F8D5183F84AE}"/>
                </a:ext>
              </a:extLst>
            </p:cNvPr>
            <p:cNvGrpSpPr/>
            <p:nvPr/>
          </p:nvGrpSpPr>
          <p:grpSpPr>
            <a:xfrm>
              <a:off x="11889287" y="2999120"/>
              <a:ext cx="262095" cy="145608"/>
              <a:chOff x="11889287" y="2999120"/>
              <a:chExt cx="262095" cy="145608"/>
            </a:xfrm>
            <a:grpFill/>
          </p:grpSpPr>
          <p:sp>
            <p:nvSpPr>
              <p:cNvPr id="44" name="Google Shape;480;p35">
                <a:extLst>
                  <a:ext uri="{FF2B5EF4-FFF2-40B4-BE49-F238E27FC236}">
                    <a16:creationId xmlns:a16="http://schemas.microsoft.com/office/drawing/2014/main" id="{23D59FA8-6FC4-62EB-F403-B9D62D903E70}"/>
                  </a:ext>
                </a:extLst>
              </p:cNvPr>
              <p:cNvSpPr/>
              <p:nvPr/>
            </p:nvSpPr>
            <p:spPr>
              <a:xfrm>
                <a:off x="11966945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81;p35">
                <a:extLst>
                  <a:ext uri="{FF2B5EF4-FFF2-40B4-BE49-F238E27FC236}">
                    <a16:creationId xmlns:a16="http://schemas.microsoft.com/office/drawing/2014/main" id="{41CD852A-71DE-6BB4-C122-74BBBEBA4A5C}"/>
                  </a:ext>
                </a:extLst>
              </p:cNvPr>
              <p:cNvSpPr/>
              <p:nvPr/>
            </p:nvSpPr>
            <p:spPr>
              <a:xfrm>
                <a:off x="12044603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82;p35">
                <a:extLst>
                  <a:ext uri="{FF2B5EF4-FFF2-40B4-BE49-F238E27FC236}">
                    <a16:creationId xmlns:a16="http://schemas.microsoft.com/office/drawing/2014/main" id="{C9869EF3-344A-DF91-1303-36A259FBAE09}"/>
                  </a:ext>
                </a:extLst>
              </p:cNvPr>
              <p:cNvSpPr/>
              <p:nvPr/>
            </p:nvSpPr>
            <p:spPr>
              <a:xfrm>
                <a:off x="12122261" y="299912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83;p35">
                <a:extLst>
                  <a:ext uri="{FF2B5EF4-FFF2-40B4-BE49-F238E27FC236}">
                    <a16:creationId xmlns:a16="http://schemas.microsoft.com/office/drawing/2014/main" id="{02F939DB-8D45-1B72-3C39-C6EAD3023F63}"/>
                  </a:ext>
                </a:extLst>
              </p:cNvPr>
              <p:cNvSpPr/>
              <p:nvPr/>
            </p:nvSpPr>
            <p:spPr>
              <a:xfrm>
                <a:off x="11889287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4;p35">
                <a:extLst>
                  <a:ext uri="{FF2B5EF4-FFF2-40B4-BE49-F238E27FC236}">
                    <a16:creationId xmlns:a16="http://schemas.microsoft.com/office/drawing/2014/main" id="{577074D2-9ED1-B927-121B-0EA1640D81EE}"/>
                  </a:ext>
                </a:extLst>
              </p:cNvPr>
              <p:cNvSpPr/>
              <p:nvPr/>
            </p:nvSpPr>
            <p:spPr>
              <a:xfrm>
                <a:off x="11966945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85;p35">
                <a:extLst>
                  <a:ext uri="{FF2B5EF4-FFF2-40B4-BE49-F238E27FC236}">
                    <a16:creationId xmlns:a16="http://schemas.microsoft.com/office/drawing/2014/main" id="{9F87856E-7CE4-8E91-EEE0-3DEB93F9290B}"/>
                  </a:ext>
                </a:extLst>
              </p:cNvPr>
              <p:cNvSpPr/>
              <p:nvPr/>
            </p:nvSpPr>
            <p:spPr>
              <a:xfrm>
                <a:off x="12044603" y="3067070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486;p35">
                <a:extLst>
                  <a:ext uri="{FF2B5EF4-FFF2-40B4-BE49-F238E27FC236}">
                    <a16:creationId xmlns:a16="http://schemas.microsoft.com/office/drawing/2014/main" id="{1E197B7C-5B99-E3CE-57C4-BB751635E896}"/>
                  </a:ext>
                </a:extLst>
              </p:cNvPr>
              <p:cNvSpPr/>
              <p:nvPr/>
            </p:nvSpPr>
            <p:spPr>
              <a:xfrm>
                <a:off x="12102846" y="3047656"/>
                <a:ext cx="48536" cy="48536"/>
              </a:xfrm>
              <a:custGeom>
                <a:avLst/>
                <a:gdLst/>
                <a:ahLst/>
                <a:cxnLst/>
                <a:rect l="l" t="t" r="r" b="b"/>
                <a:pathLst>
                  <a:path w="48536" h="48536" extrusionOk="0">
                    <a:moveTo>
                      <a:pt x="48536" y="24268"/>
                    </a:moveTo>
                    <a:cubicBezTo>
                      <a:pt x="48536" y="37671"/>
                      <a:pt x="37671" y="48536"/>
                      <a:pt x="24268" y="48536"/>
                    </a:cubicBezTo>
                    <a:cubicBezTo>
                      <a:pt x="10865" y="48536"/>
                      <a:pt x="0" y="37671"/>
                      <a:pt x="0" y="24268"/>
                    </a:cubicBezTo>
                    <a:cubicBezTo>
                      <a:pt x="0" y="10865"/>
                      <a:pt x="10865" y="0"/>
                      <a:pt x="24268" y="0"/>
                    </a:cubicBezTo>
                    <a:cubicBezTo>
                      <a:pt x="37671" y="0"/>
                      <a:pt x="48536" y="10865"/>
                      <a:pt x="48536" y="24268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487;p35">
                <a:extLst>
                  <a:ext uri="{FF2B5EF4-FFF2-40B4-BE49-F238E27FC236}">
                    <a16:creationId xmlns:a16="http://schemas.microsoft.com/office/drawing/2014/main" id="{C44D45ED-08C3-7182-496A-C19B46F78559}"/>
                  </a:ext>
                </a:extLst>
              </p:cNvPr>
              <p:cNvSpPr/>
              <p:nvPr/>
            </p:nvSpPr>
            <p:spPr>
              <a:xfrm>
                <a:off x="11889287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488;p35">
                <a:extLst>
                  <a:ext uri="{FF2B5EF4-FFF2-40B4-BE49-F238E27FC236}">
                    <a16:creationId xmlns:a16="http://schemas.microsoft.com/office/drawing/2014/main" id="{F30166A4-7569-2A10-8FFA-8536BC074C8D}"/>
                  </a:ext>
                </a:extLst>
              </p:cNvPr>
              <p:cNvSpPr/>
              <p:nvPr/>
            </p:nvSpPr>
            <p:spPr>
              <a:xfrm>
                <a:off x="11966945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489;p35">
                <a:extLst>
                  <a:ext uri="{FF2B5EF4-FFF2-40B4-BE49-F238E27FC236}">
                    <a16:creationId xmlns:a16="http://schemas.microsoft.com/office/drawing/2014/main" id="{B07C4694-26FC-FF6A-AC28-37EFC92D482A}"/>
                  </a:ext>
                </a:extLst>
              </p:cNvPr>
              <p:cNvSpPr/>
              <p:nvPr/>
            </p:nvSpPr>
            <p:spPr>
              <a:xfrm>
                <a:off x="12044603" y="3135021"/>
                <a:ext cx="9707" cy="9707"/>
              </a:xfrm>
              <a:custGeom>
                <a:avLst/>
                <a:gdLst/>
                <a:ahLst/>
                <a:cxnLst/>
                <a:rect l="l" t="t" r="r" b="b"/>
                <a:pathLst>
                  <a:path w="9707" h="9707" extrusionOk="0">
                    <a:moveTo>
                      <a:pt x="9707" y="4854"/>
                    </a:moveTo>
                    <a:cubicBezTo>
                      <a:pt x="9707" y="7534"/>
                      <a:pt x="7534" y="9707"/>
                      <a:pt x="4854" y="9707"/>
                    </a:cubicBezTo>
                    <a:cubicBezTo>
                      <a:pt x="2173" y="9707"/>
                      <a:pt x="0" y="7534"/>
                      <a:pt x="0" y="4854"/>
                    </a:cubicBezTo>
                    <a:cubicBezTo>
                      <a:pt x="0" y="2173"/>
                      <a:pt x="2173" y="0"/>
                      <a:pt x="4854" y="0"/>
                    </a:cubicBezTo>
                    <a:cubicBezTo>
                      <a:pt x="7534" y="0"/>
                      <a:pt x="9707" y="2173"/>
                      <a:pt x="9707" y="4854"/>
                    </a:cubicBezTo>
                    <a:close/>
                  </a:path>
                </a:pathLst>
              </a:custGeom>
              <a:grpFill/>
              <a:ln w="19050" cap="rnd" cmpd="sng">
                <a:solidFill>
                  <a:srgbClr val="FF161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60950" tIns="30467" rIns="60950" bIns="30467" anchor="ctr" anchorCtr="0">
                <a:noAutofit/>
              </a:bodyPr>
              <a:lstStyle/>
              <a:p>
                <a:pPr>
                  <a:buSzPts val="1800"/>
                </a:pPr>
                <a:endParaRPr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4" name="Gráfico 53">
            <a:extLst>
              <a:ext uri="{FF2B5EF4-FFF2-40B4-BE49-F238E27FC236}">
                <a16:creationId xmlns:a16="http://schemas.microsoft.com/office/drawing/2014/main" id="{39697FC9-9571-D2E2-A825-893B0C563D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395" y="5177740"/>
            <a:ext cx="33655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" name="Google Shape;2949;p280"/>
          <p:cNvSpPr txBox="1"/>
          <p:nvPr/>
        </p:nvSpPr>
        <p:spPr>
          <a:xfrm>
            <a:off x="2665480" y="1722582"/>
            <a:ext cx="7645839" cy="4062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nome_produto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"Caderno"</a:t>
            </a:r>
            <a:endParaRPr sz="180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itens_vendidos_jan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endParaRPr sz="1800"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itens_vendidos_fev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12</a:t>
            </a:r>
            <a:endParaRPr sz="1800"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itens_vendidos_mar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8</a:t>
            </a:r>
            <a:endParaRPr sz="1800">
              <a:solidFill>
                <a:srgbClr val="EBC88D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(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itens_vendidos_jan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itens_vendidos_fev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+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itens_vendidos_mar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)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lang="pt-BR" sz="1800" i="1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# 10.0</a:t>
            </a:r>
            <a:endParaRPr sz="1800" i="1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30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"Alto"</a:t>
            </a:r>
            <a:endParaRPr sz="180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&gt;=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BC88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10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"Médio"</a:t>
            </a:r>
            <a:endParaRPr sz="180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i="1" err="1">
                <a:solidFill>
                  <a:srgbClr val="82D2CE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:</a:t>
            </a:r>
            <a:endParaRPr sz="1800">
              <a:solidFill>
                <a:srgbClr val="F0F0F0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pt-BR" sz="1800" err="1">
                <a:solidFill>
                  <a:srgbClr val="87C3FF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D6D6DD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=</a:t>
            </a:r>
            <a:r>
              <a:rPr lang="pt-BR" sz="1800">
                <a:solidFill>
                  <a:srgbClr val="F0F0F0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 sz="1800">
                <a:solidFill>
                  <a:srgbClr val="E394DC"/>
                </a:solidFill>
                <a:highlight>
                  <a:srgbClr val="181818"/>
                </a:highlight>
                <a:latin typeface="Poppins"/>
                <a:ea typeface="Poppins"/>
                <a:cs typeface="Poppins"/>
                <a:sym typeface="Poppins"/>
              </a:rPr>
              <a:t>"Baixo"</a:t>
            </a:r>
            <a:endParaRPr sz="1800">
              <a:solidFill>
                <a:srgbClr val="E394DC"/>
              </a:solidFill>
              <a:highlight>
                <a:srgbClr val="181818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50" name="Google Shape;2950;p280"/>
          <p:cNvSpPr txBox="1"/>
          <p:nvPr/>
        </p:nvSpPr>
        <p:spPr>
          <a:xfrm>
            <a:off x="2665480" y="824982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 de resposta</a:t>
            </a:r>
            <a:endParaRPr sz="3200"/>
          </a:p>
        </p:txBody>
      </p:sp>
      <p:sp>
        <p:nvSpPr>
          <p:cNvPr id="2" name="Google Shape;2839;p271">
            <a:extLst>
              <a:ext uri="{FF2B5EF4-FFF2-40B4-BE49-F238E27FC236}">
                <a16:creationId xmlns:a16="http://schemas.microsoft.com/office/drawing/2014/main" id="{269F7C94-DFF2-645D-04AE-4F904238AAC2}"/>
              </a:ext>
            </a:extLst>
          </p:cNvPr>
          <p:cNvSpPr txBox="1"/>
          <p:nvPr/>
        </p:nvSpPr>
        <p:spPr>
          <a:xfrm>
            <a:off x="2665480" y="5680427"/>
            <a:ext cx="6547352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Visual Studio </a:t>
            </a:r>
            <a:r>
              <a:rPr lang="pt-BR" sz="1100" dirty="0" err="1">
                <a:latin typeface="Poppins"/>
                <a:ea typeface="Poppins"/>
                <a:cs typeface="Poppins"/>
                <a:sym typeface="Poppins"/>
              </a:rPr>
              <a:t>Code</a:t>
            </a: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. </a:t>
            </a:r>
            <a:endParaRPr sz="1100" dirty="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48">
          <a:extLst>
            <a:ext uri="{FF2B5EF4-FFF2-40B4-BE49-F238E27FC236}">
              <a16:creationId xmlns:a16="http://schemas.microsoft.com/office/drawing/2014/main" id="{73E81FAC-8640-BD14-BB48-E1804976B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p280">
            <a:extLst>
              <a:ext uri="{FF2B5EF4-FFF2-40B4-BE49-F238E27FC236}">
                <a16:creationId xmlns:a16="http://schemas.microsoft.com/office/drawing/2014/main" id="{8893F151-6FB6-2EC6-06CD-840C7B5FEB43}"/>
              </a:ext>
            </a:extLst>
          </p:cNvPr>
          <p:cNvSpPr txBox="1"/>
          <p:nvPr/>
        </p:nvSpPr>
        <p:spPr>
          <a:xfrm>
            <a:off x="2665480" y="824982"/>
            <a:ext cx="8512200" cy="4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>
                <a:solidFill>
                  <a:srgbClr val="FF161F"/>
                </a:solidFill>
                <a:latin typeface="Poppins"/>
                <a:ea typeface="Poppins"/>
                <a:cs typeface="Poppins"/>
                <a:sym typeface="Poppins"/>
              </a:rPr>
              <a:t>Expectativa de resposta</a:t>
            </a:r>
            <a:endParaRPr sz="320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BEFCF09-4860-5C72-B4D4-69D5AEFD2E0B}"/>
              </a:ext>
            </a:extLst>
          </p:cNvPr>
          <p:cNvSpPr txBox="1"/>
          <p:nvPr/>
        </p:nvSpPr>
        <p:spPr>
          <a:xfrm>
            <a:off x="2665479" y="1659285"/>
            <a:ext cx="9231147" cy="440120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/>
            <a:r>
              <a:rPr lang="pt-BR" sz="2000" b="1">
                <a:latin typeface="Poppins"/>
                <a:cs typeface="Poppins"/>
              </a:rPr>
              <a:t>Como a média foi calculada a partir das vendas?</a:t>
            </a:r>
            <a:b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2000">
                <a:latin typeface="Poppins"/>
                <a:cs typeface="Poppins"/>
              </a:rPr>
              <a:t>Somamos as vendas dos três meses e dividimos pela quantidade de meses: </a:t>
            </a:r>
            <a:r>
              <a:rPr lang="pt-BR" sz="2000" b="1">
                <a:latin typeface="Poppins"/>
                <a:cs typeface="Poppins"/>
              </a:rPr>
              <a:t>(10 + 12 + 8) ÷ 3 = 30 ÷ 3 = 10</a:t>
            </a:r>
            <a:r>
              <a:rPr lang="pt-BR" sz="2000">
                <a:latin typeface="Poppins"/>
                <a:cs typeface="Poppins"/>
              </a:rPr>
              <a:t>.</a:t>
            </a:r>
            <a:r>
              <a:rPr lang="pt-BR" sz="2000" b="1">
                <a:latin typeface="Poppins"/>
                <a:cs typeface="Poppins"/>
              </a:rPr>
              <a:t> </a:t>
            </a:r>
            <a:r>
              <a:rPr lang="pt-BR" sz="2000">
                <a:latin typeface="Poppins"/>
                <a:cs typeface="Poppins"/>
              </a:rPr>
              <a:t>A média de vendas do Caderno é </a:t>
            </a:r>
            <a:r>
              <a:rPr lang="pt-BR" sz="2000" b="1">
                <a:latin typeface="Poppins"/>
                <a:cs typeface="Poppins"/>
              </a:rPr>
              <a:t>10 itens</a:t>
            </a:r>
            <a:r>
              <a:rPr lang="pt-BR" sz="2000">
                <a:latin typeface="Poppins"/>
                <a:cs typeface="Poppins"/>
              </a:rPr>
              <a:t>.</a:t>
            </a:r>
          </a:p>
          <a:p>
            <a:pPr lvl="0"/>
            <a:endParaRPr lang="pt-BR" sz="2000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pt-BR" sz="2000" b="1">
                <a:latin typeface="Poppins"/>
                <a:cs typeface="Poppins"/>
              </a:rPr>
              <a:t>Por que a estrutura </a:t>
            </a:r>
            <a:r>
              <a:rPr lang="pt-BR" sz="2000" b="1" err="1">
                <a:latin typeface="Poppins"/>
                <a:cs typeface="Poppins"/>
              </a:rPr>
              <a:t>if</a:t>
            </a:r>
            <a:r>
              <a:rPr lang="pt-BR" sz="2000" b="1">
                <a:latin typeface="Poppins"/>
                <a:cs typeface="Poppins"/>
              </a:rPr>
              <a:t> é necessária?</a:t>
            </a:r>
            <a:b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2000">
                <a:latin typeface="Poppins"/>
                <a:cs typeface="Poppins"/>
              </a:rPr>
              <a:t>Porque precisamos </a:t>
            </a:r>
            <a:r>
              <a:rPr lang="pt-BR" sz="2000" b="1">
                <a:latin typeface="Poppins"/>
                <a:cs typeface="Poppins"/>
              </a:rPr>
              <a:t>classificar a média em diferentes faixas de desempenho</a:t>
            </a:r>
            <a:r>
              <a:rPr lang="pt-BR" sz="2000">
                <a:latin typeface="Poppins"/>
                <a:cs typeface="Poppins"/>
              </a:rPr>
              <a:t>. O </a:t>
            </a:r>
            <a:r>
              <a:rPr lang="pt-BR" sz="2000" err="1">
                <a:latin typeface="Poppins"/>
                <a:cs typeface="Poppins"/>
              </a:rPr>
              <a:t>if</a:t>
            </a:r>
            <a:r>
              <a:rPr lang="pt-BR" sz="2000">
                <a:latin typeface="Poppins"/>
                <a:cs typeface="Poppins"/>
              </a:rPr>
              <a:t>, </a:t>
            </a:r>
            <a:r>
              <a:rPr lang="pt-BR" sz="2000" err="1">
                <a:latin typeface="Poppins"/>
                <a:cs typeface="Poppins"/>
              </a:rPr>
              <a:t>elif</a:t>
            </a:r>
            <a:r>
              <a:rPr lang="pt-BR" sz="2000">
                <a:latin typeface="Poppins"/>
                <a:cs typeface="Poppins"/>
              </a:rPr>
              <a:t> e </a:t>
            </a:r>
            <a:r>
              <a:rPr lang="pt-BR" sz="2000" err="1">
                <a:latin typeface="Poppins"/>
                <a:cs typeface="Poppins"/>
              </a:rPr>
              <a:t>else</a:t>
            </a:r>
            <a:r>
              <a:rPr lang="pt-BR" sz="2000">
                <a:latin typeface="Poppins"/>
                <a:cs typeface="Poppins"/>
              </a:rPr>
              <a:t> permitem verificar as condições e definir se o desempenho é </a:t>
            </a:r>
            <a:r>
              <a:rPr lang="pt-BR" sz="2000" b="1">
                <a:latin typeface="Poppins"/>
                <a:cs typeface="Poppins"/>
              </a:rPr>
              <a:t>alto, médio ou baixo</a:t>
            </a:r>
            <a:r>
              <a:rPr lang="pt-BR" sz="2000">
                <a:latin typeface="Poppins"/>
                <a:cs typeface="Poppins"/>
              </a:rPr>
              <a:t>. </a:t>
            </a:r>
          </a:p>
          <a:p>
            <a:pPr lvl="0"/>
            <a:endParaRPr lang="pt-BR" sz="2000" b="1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lvl="0"/>
            <a:r>
              <a:rPr lang="pt-BR" sz="2000" b="1">
                <a:latin typeface="Poppins" panose="00000500000000000000" pitchFamily="2" charset="0"/>
                <a:cs typeface="Poppins" panose="00000500000000000000" pitchFamily="2" charset="0"/>
              </a:rPr>
              <a:t>O que aconteceria se a empresa mudasse as faixas de desempenho?</a:t>
            </a:r>
            <a:b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  <a:t>As </a:t>
            </a:r>
            <a:r>
              <a:rPr lang="pt-BR" sz="2000" b="1">
                <a:latin typeface="Poppins" panose="00000500000000000000" pitchFamily="2" charset="0"/>
                <a:cs typeface="Poppins" panose="00000500000000000000" pitchFamily="2" charset="0"/>
              </a:rPr>
              <a:t>classificações poderiam mudar</a:t>
            </a:r>
            <a: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  <a:t>, mesmo que as vendas e a média permanecessem iguais. Seria necessário alterar as condições do </a:t>
            </a:r>
            <a:r>
              <a:rPr lang="pt-BR" sz="2000" err="1">
                <a:latin typeface="Poppins" panose="00000500000000000000" pitchFamily="2" charset="0"/>
                <a:cs typeface="Poppins" panose="00000500000000000000" pitchFamily="2" charset="0"/>
              </a:rPr>
              <a:t>if</a:t>
            </a:r>
            <a: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  <a:t> e do </a:t>
            </a:r>
            <a:r>
              <a:rPr lang="pt-BR" sz="2000" err="1">
                <a:latin typeface="Poppins" panose="00000500000000000000" pitchFamily="2" charset="0"/>
                <a:cs typeface="Poppins" panose="00000500000000000000" pitchFamily="2" charset="0"/>
              </a:rPr>
              <a:t>elif</a:t>
            </a:r>
            <a:r>
              <a:rPr lang="pt-BR" sz="2000">
                <a:latin typeface="Poppins" panose="00000500000000000000" pitchFamily="2" charset="0"/>
                <a:cs typeface="Poppins" panose="00000500000000000000" pitchFamily="2" charset="0"/>
              </a:rPr>
              <a:t> para usar as novas faixas.</a:t>
            </a:r>
          </a:p>
        </p:txBody>
      </p:sp>
    </p:spTree>
    <p:extLst>
      <p:ext uri="{BB962C8B-B14F-4D97-AF65-F5344CB8AC3E}">
        <p14:creationId xmlns:p14="http://schemas.microsoft.com/office/powerpoint/2010/main" val="2703595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6" name="Google Shape;2956;p281" title="diagrama (2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585" y="223589"/>
            <a:ext cx="3079117" cy="6140245"/>
          </a:xfrm>
          <a:prstGeom prst="rect">
            <a:avLst/>
          </a:prstGeom>
          <a:noFill/>
          <a:ln>
            <a:noFill/>
          </a:ln>
        </p:spPr>
      </p:pic>
      <p:sp>
        <p:nvSpPr>
          <p:cNvPr id="2957" name="Google Shape;2957;p281"/>
          <p:cNvSpPr txBox="1"/>
          <p:nvPr/>
        </p:nvSpPr>
        <p:spPr>
          <a:xfrm>
            <a:off x="5676811" y="6363834"/>
            <a:ext cx="4475349" cy="35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>
                <a:latin typeface="Poppins"/>
                <a:ea typeface="Poppins"/>
                <a:cs typeface="Poppins"/>
                <a:sym typeface="Poppins"/>
              </a:rPr>
              <a:t>Produzido pela SEDUC-SP com apoio da ferramenta ChatGPT.</a:t>
            </a:r>
            <a:endParaRPr lang="pt-BR" sz="1100" dirty="0">
              <a:latin typeface="Poppins"/>
              <a:ea typeface="Poppins"/>
              <a:cs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2" name="Google Shape;2962;p282"/>
          <p:cNvSpPr txBox="1">
            <a:spLocks noGrp="1"/>
          </p:cNvSpPr>
          <p:nvPr>
            <p:ph type="body" idx="1"/>
          </p:nvPr>
        </p:nvSpPr>
        <p:spPr>
          <a:xfrm>
            <a:off x="5553440" y="1764291"/>
            <a:ext cx="5994394" cy="2280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b="1" dirty="0"/>
              <a:t>Entenda como decisões e fluxos condicionais funcionam em programação, algo essencial para transformar critérios em regras executáveis: 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SzPts val="1100"/>
            </a:pPr>
            <a:r>
              <a:rPr lang="pt-BR" sz="1800" dirty="0"/>
              <a:t>MDN WEB DOCS. </a:t>
            </a:r>
            <a:r>
              <a:rPr lang="pt-BR" sz="1800" b="1" dirty="0"/>
              <a:t>Controle de fluxo e manipulação de erro</a:t>
            </a:r>
            <a:r>
              <a:rPr lang="pt-BR" sz="1800" dirty="0"/>
              <a:t>, 12 out. 2025. Disponível em: 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</a:t>
            </a:r>
            <a:r>
              <a:rPr lang="pt-BR" sz="1800" u="sng" dirty="0" err="1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-BR/</a:t>
            </a:r>
            <a:r>
              <a:rPr lang="pt-BR" sz="1800" u="sng" dirty="0" err="1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/Web/</a:t>
            </a:r>
            <a:r>
              <a:rPr lang="pt-BR" sz="1800" u="sng" dirty="0" err="1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JavaScript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800" u="sng" dirty="0" err="1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</a:t>
            </a:r>
            <a:r>
              <a:rPr lang="pt-BR" sz="18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pt-BR" sz="1800" u="sng" dirty="0" err="1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Control_flow_and_error_handling</a:t>
            </a:r>
            <a:r>
              <a:rPr lang="pt-BR" sz="1800" u="sng" dirty="0">
                <a:solidFill>
                  <a:schemeClr val="hlink"/>
                </a:solidFill>
              </a:rPr>
              <a:t>.</a:t>
            </a:r>
            <a:r>
              <a:rPr lang="pt-BR" sz="1800" dirty="0">
                <a:solidFill>
                  <a:srgbClr val="000000"/>
                </a:solidFill>
              </a:rPr>
              <a:t> </a:t>
            </a:r>
            <a:r>
              <a:rPr lang="pt-BR" sz="1800" dirty="0"/>
              <a:t>Acesso em: 17 ago. 2026.</a:t>
            </a:r>
            <a:endParaRPr sz="1800" dirty="0"/>
          </a:p>
        </p:txBody>
      </p:sp>
      <p:sp>
        <p:nvSpPr>
          <p:cNvPr id="2963" name="Google Shape;2963;p282"/>
          <p:cNvSpPr txBox="1"/>
          <p:nvPr/>
        </p:nvSpPr>
        <p:spPr>
          <a:xfrm>
            <a:off x="1024125" y="1786467"/>
            <a:ext cx="3183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Saiba mais</a:t>
            </a:r>
            <a:endParaRPr sz="4000" b="0" i="0" u="none" strike="noStrike" cap="non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283"/>
          <p:cNvSpPr txBox="1">
            <a:spLocks noGrp="1"/>
          </p:cNvSpPr>
          <p:nvPr>
            <p:ph type="body" idx="1"/>
          </p:nvPr>
        </p:nvSpPr>
        <p:spPr>
          <a:xfrm>
            <a:off x="555150" y="1588679"/>
            <a:ext cx="11081700" cy="2643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CASE, B. Walmart testa tecnologia para ajudar consumidor a achar produtos no supermercado. </a:t>
            </a:r>
            <a:r>
              <a:rPr lang="pt-BR" b="1" dirty="0"/>
              <a:t>Bloomberg Línea</a:t>
            </a:r>
            <a:r>
              <a:rPr lang="pt-BR" dirty="0"/>
              <a:t>, 4 fev. 2024. Disponível em: </a:t>
            </a:r>
            <a:r>
              <a:rPr lang="pt-BR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https://www.bloomberglinea.com.br/negocios/automacao-dos-supermercados-chega-a-prateleira-com-etiqueta-para-localizar-produtos/</a:t>
            </a:r>
            <a:r>
              <a:rPr lang="pt-BR" dirty="0"/>
              <a:t>. Acesso em: 08 ago. 2026.</a:t>
            </a:r>
            <a:endParaRPr dirty="0"/>
          </a:p>
          <a:p>
            <a:pPr marL="0" indent="0">
              <a:spcBef>
                <a:spcPts val="0"/>
              </a:spcBef>
              <a:spcAft>
                <a:spcPts val="1200"/>
              </a:spcAft>
            </a:pPr>
            <a:r>
              <a:rPr lang="pt-BR" dirty="0"/>
              <a:t>MDN WEB DOCS. </a:t>
            </a:r>
            <a:r>
              <a:rPr lang="pt-BR" b="1" dirty="0"/>
              <a:t>Controle de fluxo e manipulação de erro</a:t>
            </a:r>
            <a:r>
              <a:rPr lang="pt-BR" dirty="0"/>
              <a:t>, 12 out. 2025. Disponível em: </a:t>
            </a:r>
            <a:r>
              <a:rPr lang="pt-BR" u="sng" dirty="0">
                <a:solidFill>
                  <a:schemeClr val="hlink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https://developer.mozilla.org/pt-BR/docs/Web/JavaScript/Guide/Control_flow_and_error_handling</a:t>
            </a:r>
            <a:r>
              <a:rPr lang="pt-BR" dirty="0"/>
              <a:t>. Acesso em: 29 jul. 2026.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pt-BR" dirty="0"/>
              <a:t>Identidade visual: imagens © Getty Images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0" name="Google Shape;2980;p285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82" name="Google Shape;2982;p285"/>
          <p:cNvCxnSpPr>
            <a:cxnSpLocks/>
          </p:cNvCxnSpPr>
          <p:nvPr/>
        </p:nvCxnSpPr>
        <p:spPr>
          <a:xfrm flipV="1">
            <a:off x="690895" y="970961"/>
            <a:ext cx="0" cy="377072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981" name="Google Shape;2981;p285"/>
          <p:cNvSpPr txBox="1"/>
          <p:nvPr/>
        </p:nvSpPr>
        <p:spPr>
          <a:xfrm>
            <a:off x="984306" y="795752"/>
            <a:ext cx="59232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 6</a:t>
            </a:r>
            <a:endParaRPr dirty="0"/>
          </a:p>
        </p:txBody>
      </p:sp>
      <p:sp>
        <p:nvSpPr>
          <p:cNvPr id="2984" name="Google Shape;2984;p285"/>
          <p:cNvSpPr/>
          <p:nvPr/>
        </p:nvSpPr>
        <p:spPr>
          <a:xfrm>
            <a:off x="497841" y="2601497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5" name="Google Shape;2985;p285"/>
          <p:cNvSpPr/>
          <p:nvPr/>
        </p:nvSpPr>
        <p:spPr>
          <a:xfrm>
            <a:off x="497841" y="1469326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6" name="Google Shape;2986;p285"/>
          <p:cNvSpPr/>
          <p:nvPr/>
        </p:nvSpPr>
        <p:spPr>
          <a:xfrm>
            <a:off x="569897" y="1567882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7" name="Google Shape;2987;p285"/>
          <p:cNvSpPr/>
          <p:nvPr/>
        </p:nvSpPr>
        <p:spPr>
          <a:xfrm>
            <a:off x="566852" y="2679927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8" name="Google Shape;2988;p285"/>
          <p:cNvSpPr txBox="1"/>
          <p:nvPr/>
        </p:nvSpPr>
        <p:spPr>
          <a:xfrm>
            <a:off x="984306" y="1513172"/>
            <a:ext cx="10726500" cy="2831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Ponto de Partida</a:t>
            </a:r>
            <a:r>
              <a:rPr lang="pt-BR" sz="1000" i="0" u="none" strike="noStrike" cap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Inicie a aula apresentando o caso da automação no varejo e destaque que sistemas de gestão precisam tomar decisões automaticamente a partir de regras definidas pela empresa. Explique que, antes de programar, é necessário compreender como essas regras de negócio podem ser transformadas em instruções que o computador consiga executar.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5 minutos.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conduza a discussão com toda a turma. Incentive os estudantes a levantar hipóteses sobre quais informações um sistema precisa receber para classificar produtos automaticamente. Valorize respostas diferentes e registre no quadro palavras-chave como "dados", "regras", "cálculo" e "decisão", pois elas serão retomadas ao longo da aula.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apresente o caso e, em seguida, faça as perguntas propostas no slide. Evite responder imediatamente. Estimule os estudantes a justificar suas ideias e conduza a discussão para a percepção de que um sistema não toma decisões por interpretação, mas pela aplicação de regras previamente definidas. Ao final, apresente a Papelaria Ponto Certo como o cenário em que eles desenvolverão essa mesma lógica.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como o sistema transforma informações e regras em decisões que podem ser executadas automaticamente?</a:t>
            </a:r>
            <a:endParaRPr lang="pt-BR" sz="1000">
              <a:latin typeface="Poppins"/>
              <a:ea typeface="Poppins"/>
              <a:cs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>
                <a:latin typeface="Poppins"/>
                <a:ea typeface="Poppins"/>
                <a:cs typeface="Poppins"/>
                <a:sym typeface="Poppins"/>
              </a:rPr>
              <a:t>Espera-se que os estudantes percebam que um sistema precisa receber dados, realizar um processamento e comparar o resultado com critérios objetivos para tomar uma decisão. Também é esperado que compreendam que regras de negócio claras facilitam a construção de algoritmos consistentes.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89" name="Google Shape;2989;p285"/>
          <p:cNvSpPr/>
          <p:nvPr/>
        </p:nvSpPr>
        <p:spPr>
          <a:xfrm>
            <a:off x="497841" y="2027992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0" name="Google Shape;2990;p2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121698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1" name="Google Shape;2991;p285"/>
          <p:cNvGrpSpPr/>
          <p:nvPr/>
        </p:nvGrpSpPr>
        <p:grpSpPr>
          <a:xfrm>
            <a:off x="497841" y="3112896"/>
            <a:ext cx="386100" cy="382500"/>
            <a:chOff x="497841" y="3037886"/>
            <a:chExt cx="386100" cy="382500"/>
          </a:xfrm>
        </p:grpSpPr>
        <p:sp>
          <p:nvSpPr>
            <p:cNvPr id="2992" name="Google Shape;2992;p285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93" name="Google Shape;2993;p285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94" name="Google Shape;2994;p285"/>
          <p:cNvGrpSpPr/>
          <p:nvPr/>
        </p:nvGrpSpPr>
        <p:grpSpPr>
          <a:xfrm>
            <a:off x="497841" y="3790935"/>
            <a:ext cx="386100" cy="382500"/>
            <a:chOff x="497841" y="3801694"/>
            <a:chExt cx="386100" cy="382500"/>
          </a:xfrm>
        </p:grpSpPr>
        <p:sp>
          <p:nvSpPr>
            <p:cNvPr id="2995" name="Google Shape;2995;p285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983" name="Google Shape;2983;p285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286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" name="Google Shape;2982;p285">
            <a:extLst>
              <a:ext uri="{FF2B5EF4-FFF2-40B4-BE49-F238E27FC236}">
                <a16:creationId xmlns:a16="http://schemas.microsoft.com/office/drawing/2014/main" id="{FFB484A1-9F86-8CEA-1D55-498E6847789D}"/>
              </a:ext>
            </a:extLst>
          </p:cNvPr>
          <p:cNvCxnSpPr>
            <a:cxnSpLocks/>
          </p:cNvCxnSpPr>
          <p:nvPr/>
        </p:nvCxnSpPr>
        <p:spPr>
          <a:xfrm flipV="1">
            <a:off x="690895" y="970961"/>
            <a:ext cx="0" cy="416664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02" name="Google Shape;3002;p286"/>
          <p:cNvSpPr txBox="1"/>
          <p:nvPr/>
        </p:nvSpPr>
        <p:spPr>
          <a:xfrm>
            <a:off x="985526" y="795750"/>
            <a:ext cx="75861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>
              <a:buSzPts val="3000"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</a:t>
            </a:r>
            <a:r>
              <a:rPr lang="pt-BR" sz="30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7 a 9 – 12 a 14</a:t>
            </a:r>
            <a:endParaRPr dirty="0"/>
          </a:p>
        </p:txBody>
      </p:sp>
      <p:sp>
        <p:nvSpPr>
          <p:cNvPr id="3003" name="Google Shape;3003;p286"/>
          <p:cNvSpPr txBox="1"/>
          <p:nvPr/>
        </p:nvSpPr>
        <p:spPr>
          <a:xfrm>
            <a:off x="985526" y="1447304"/>
            <a:ext cx="10699444" cy="3447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Construindo o conceito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Conduza os slides como uma sequência lógica que mostra como uma regra de negócio é transformada em um algoritmo de classificação. Inicie pela necessidade de interpretar corretamente os requisitos (o que a empresa quer decidir). Em seguida, destaque que calcular a média e classificar o desempenho de vendas são etapas diferentes. Mostre como as faixas (alto/médio/baixo) viram estruturas condicionais. Conclua reforçando que regras claras facilitam desenvolver e manter o algoritmo.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a turma participando. A cada etapa, peça que antecipem o próximo passo da lógica antes de avançar o slide. No “Virem e conversem”, circule entre as duplas e observe se organizam a sequência corretamente.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Respostas esperadas: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entrada → quantidades/itens vendidos do produto;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processamento → cálculo da média;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decisão → comparação com as faixas (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);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saída → exibir o desempenho (alto, médio ou baixo).</a:t>
            </a:r>
            <a:endParaRPr sz="1000" dirty="0">
              <a:latin typeface="Poppins"/>
              <a:ea typeface="Poppins"/>
              <a:cs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também que percebam que alterar uma faixa muda a decisão, sem alterar o cálculo da média.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nos trechos de código, enfatize que não é conteúdo novo de sintaxe: é a tradução da regra da empresa para o computador. Prefira nomes claros nos exemplos (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) para modelar boa prática, sem transformar o bloco em aula de estilo de código. No encerramento da seção, retome a sequência entrada → processamento → decisão → saída como estrutura básica de qualquer algoritmo de classificação. Espera-se que os estudantes compreendam que algoritmos de classificação partem de regras de negócio objetivas; que diferenciem calcular um resultado de usá-lo para decidir; que reconheçam o papel do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nas faixas; e que organizem o problema em entrada, processamento, decisão e saída.</a:t>
            </a:r>
          </a:p>
        </p:txBody>
      </p:sp>
      <p:sp>
        <p:nvSpPr>
          <p:cNvPr id="3006" name="Google Shape;3006;p286"/>
          <p:cNvSpPr/>
          <p:nvPr/>
        </p:nvSpPr>
        <p:spPr>
          <a:xfrm>
            <a:off x="497841" y="2662509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7" name="Google Shape;3007;p286"/>
          <p:cNvSpPr/>
          <p:nvPr/>
        </p:nvSpPr>
        <p:spPr>
          <a:xfrm>
            <a:off x="497841" y="1439182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8" name="Google Shape;3008;p286"/>
          <p:cNvSpPr/>
          <p:nvPr/>
        </p:nvSpPr>
        <p:spPr>
          <a:xfrm>
            <a:off x="569897" y="1537738"/>
            <a:ext cx="237744" cy="201168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286"/>
          <p:cNvSpPr/>
          <p:nvPr/>
        </p:nvSpPr>
        <p:spPr>
          <a:xfrm>
            <a:off x="566852" y="2740939"/>
            <a:ext cx="245174" cy="226314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0" name="Google Shape;3010;p286"/>
          <p:cNvSpPr/>
          <p:nvPr/>
        </p:nvSpPr>
        <p:spPr>
          <a:xfrm>
            <a:off x="497841" y="2109100"/>
            <a:ext cx="386100" cy="382500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62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1" name="Google Shape;3011;p28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6072" y="2202806"/>
            <a:ext cx="154445" cy="1930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2" name="Google Shape;3012;p286"/>
          <p:cNvGrpSpPr/>
          <p:nvPr/>
        </p:nvGrpSpPr>
        <p:grpSpPr>
          <a:xfrm>
            <a:off x="497841" y="3983704"/>
            <a:ext cx="386100" cy="382500"/>
            <a:chOff x="497841" y="3037886"/>
            <a:chExt cx="386100" cy="382500"/>
          </a:xfrm>
        </p:grpSpPr>
        <p:sp>
          <p:nvSpPr>
            <p:cNvPr id="3013" name="Google Shape;3013;p286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14" name="Google Shape;3014;p286"/>
            <p:cNvPicPr preferRelativeResize="0"/>
            <p:nvPr/>
          </p:nvPicPr>
          <p:blipFill rotWithShape="1">
            <a:blip r:embed="rId4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2" name="Google Shape;3022;p287"/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" name="Google Shape;2982;p285">
            <a:extLst>
              <a:ext uri="{FF2B5EF4-FFF2-40B4-BE49-F238E27FC236}">
                <a16:creationId xmlns:a16="http://schemas.microsoft.com/office/drawing/2014/main" id="{AAC7930D-5AA9-367A-EF9D-6AC77A6A53E5}"/>
              </a:ext>
            </a:extLst>
          </p:cNvPr>
          <p:cNvCxnSpPr>
            <a:cxnSpLocks/>
          </p:cNvCxnSpPr>
          <p:nvPr/>
        </p:nvCxnSpPr>
        <p:spPr>
          <a:xfrm flipV="1">
            <a:off x="690895" y="970961"/>
            <a:ext cx="0" cy="203619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23" name="Google Shape;3023;p287"/>
          <p:cNvSpPr txBox="1"/>
          <p:nvPr/>
        </p:nvSpPr>
        <p:spPr>
          <a:xfrm>
            <a:off x="985519" y="776200"/>
            <a:ext cx="6631131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10 e 11</a:t>
            </a:r>
            <a:endParaRPr dirty="0"/>
          </a:p>
        </p:txBody>
      </p:sp>
      <p:sp>
        <p:nvSpPr>
          <p:cNvPr id="5" name="Google Shape;3647;p338">
            <a:extLst>
              <a:ext uri="{FF2B5EF4-FFF2-40B4-BE49-F238E27FC236}">
                <a16:creationId xmlns:a16="http://schemas.microsoft.com/office/drawing/2014/main" id="{7121DD71-5204-B160-CA9C-9BBFC0A807B6}"/>
              </a:ext>
            </a:extLst>
          </p:cNvPr>
          <p:cNvSpPr txBox="1"/>
          <p:nvPr/>
        </p:nvSpPr>
        <p:spPr>
          <a:xfrm>
            <a:off x="992647" y="1472093"/>
            <a:ext cx="11018400" cy="1215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pPr lvl="0">
              <a:buSzPts val="1000"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 objetivo da seção </a:t>
            </a:r>
            <a:r>
              <a:rPr lang="pt-BR" sz="1000" b="1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Pause e responda </a:t>
            </a:r>
            <a:r>
              <a:rPr lang="pt-BR" sz="1000" dirty="0"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é mobilizar os estudantes em relação aos conhecimentos apresentados e construídos em aula. É registro.</a:t>
            </a:r>
          </a:p>
          <a:p>
            <a:pPr lvl="0">
              <a:spcAft>
                <a:spcPts val="600"/>
              </a:spcAft>
              <a:buSzPts val="1000"/>
            </a:pP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 previsto:</a:t>
            </a:r>
            <a:r>
              <a:rPr lang="pt-BR" sz="10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minutos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000" b="0" i="0" u="none" strike="noStrike" cap="none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endParaRPr sz="1000" b="0" i="0" u="none" strike="noStrike" cap="none" dirty="0">
              <a:solidFill>
                <a:srgbClr val="30303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Resposta correta: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 estrutura condicional. 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algn="just"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Feedback da atividade: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 cálculo produz um valor. Quem compara esse valor com as regras da empresa e define o giro é a estrutura condicional.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" name="Google Shape;3650;p338">
            <a:extLst>
              <a:ext uri="{FF2B5EF4-FFF2-40B4-BE49-F238E27FC236}">
                <a16:creationId xmlns:a16="http://schemas.microsoft.com/office/drawing/2014/main" id="{77D167DE-3D68-6D33-D7B0-CEF32AB37A9F}"/>
              </a:ext>
            </a:extLst>
          </p:cNvPr>
          <p:cNvGrpSpPr/>
          <p:nvPr/>
        </p:nvGrpSpPr>
        <p:grpSpPr>
          <a:xfrm>
            <a:off x="488316" y="1373537"/>
            <a:ext cx="386100" cy="382500"/>
            <a:chOff x="497841" y="1318604"/>
            <a:chExt cx="386100" cy="382500"/>
          </a:xfrm>
        </p:grpSpPr>
        <p:sp>
          <p:nvSpPr>
            <p:cNvPr id="7" name="Google Shape;3651;p338">
              <a:extLst>
                <a:ext uri="{FF2B5EF4-FFF2-40B4-BE49-F238E27FC236}">
                  <a16:creationId xmlns:a16="http://schemas.microsoft.com/office/drawing/2014/main" id="{48FBAABD-04A9-C5D4-D1C0-96C4C51AB2C7}"/>
                </a:ext>
              </a:extLst>
            </p:cNvPr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3652;p338">
              <a:extLst>
                <a:ext uri="{FF2B5EF4-FFF2-40B4-BE49-F238E27FC236}">
                  <a16:creationId xmlns:a16="http://schemas.microsoft.com/office/drawing/2014/main" id="{41FFAE70-2479-2147-8B1D-6E1AC554FDA3}"/>
                </a:ext>
              </a:extLst>
            </p:cNvPr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" name="Google Shape;3653;p338">
            <a:extLst>
              <a:ext uri="{FF2B5EF4-FFF2-40B4-BE49-F238E27FC236}">
                <a16:creationId xmlns:a16="http://schemas.microsoft.com/office/drawing/2014/main" id="{03DEEC0D-981E-F7C9-6172-8A578AF14889}"/>
              </a:ext>
            </a:extLst>
          </p:cNvPr>
          <p:cNvGrpSpPr/>
          <p:nvPr/>
        </p:nvGrpSpPr>
        <p:grpSpPr>
          <a:xfrm>
            <a:off x="488316" y="2247000"/>
            <a:ext cx="386100" cy="382500"/>
            <a:chOff x="497841" y="3801694"/>
            <a:chExt cx="386100" cy="382500"/>
          </a:xfrm>
        </p:grpSpPr>
        <p:sp>
          <p:nvSpPr>
            <p:cNvPr id="10" name="Google Shape;3654;p338">
              <a:extLst>
                <a:ext uri="{FF2B5EF4-FFF2-40B4-BE49-F238E27FC236}">
                  <a16:creationId xmlns:a16="http://schemas.microsoft.com/office/drawing/2014/main" id="{1A0626B7-FCBF-5F09-4773-0CB23586C18A}"/>
                </a:ext>
              </a:extLst>
            </p:cNvPr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" name="Google Shape;3649;p338">
              <a:extLst>
                <a:ext uri="{FF2B5EF4-FFF2-40B4-BE49-F238E27FC236}">
                  <a16:creationId xmlns:a16="http://schemas.microsoft.com/office/drawing/2014/main" id="{C6A04865-3D15-77F5-EF12-09EC8FF1CD84}"/>
                </a:ext>
              </a:extLst>
            </p:cNvPr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oogle Shape;3655;p338">
            <a:extLst>
              <a:ext uri="{FF2B5EF4-FFF2-40B4-BE49-F238E27FC236}">
                <a16:creationId xmlns:a16="http://schemas.microsoft.com/office/drawing/2014/main" id="{D9DBE0E5-1047-A7E6-C865-CBB7BC61DC73}"/>
              </a:ext>
            </a:extLst>
          </p:cNvPr>
          <p:cNvGrpSpPr/>
          <p:nvPr/>
        </p:nvGrpSpPr>
        <p:grpSpPr>
          <a:xfrm>
            <a:off x="488316" y="1762204"/>
            <a:ext cx="386100" cy="382500"/>
            <a:chOff x="497841" y="1802325"/>
            <a:chExt cx="386100" cy="382500"/>
          </a:xfrm>
        </p:grpSpPr>
        <p:sp>
          <p:nvSpPr>
            <p:cNvPr id="13" name="Google Shape;3656;p338">
              <a:extLst>
                <a:ext uri="{FF2B5EF4-FFF2-40B4-BE49-F238E27FC236}">
                  <a16:creationId xmlns:a16="http://schemas.microsoft.com/office/drawing/2014/main" id="{4B7B739B-D4FA-70F5-2A77-6AB8A4F7A1EE}"/>
                </a:ext>
              </a:extLst>
            </p:cNvPr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4" name="Google Shape;3657;p338">
              <a:extLst>
                <a:ext uri="{FF2B5EF4-FFF2-40B4-BE49-F238E27FC236}">
                  <a16:creationId xmlns:a16="http://schemas.microsoft.com/office/drawing/2014/main" id="{EFB5EEA3-F233-1D6D-DF40-862F4E68AD6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Google Shape;3038;p288"/>
          <p:cNvSpPr/>
          <p:nvPr/>
        </p:nvSpPr>
        <p:spPr>
          <a:xfrm>
            <a:off x="0" y="30934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1" name="Google Shape;3041;p288"/>
          <p:cNvCxnSpPr>
            <a:cxnSpLocks/>
          </p:cNvCxnSpPr>
          <p:nvPr/>
        </p:nvCxnSpPr>
        <p:spPr>
          <a:xfrm flipV="1">
            <a:off x="685795" y="515288"/>
            <a:ext cx="0" cy="6224877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039" name="Google Shape;3039;p288"/>
          <p:cNvSpPr txBox="1"/>
          <p:nvPr/>
        </p:nvSpPr>
        <p:spPr>
          <a:xfrm>
            <a:off x="955053" y="293600"/>
            <a:ext cx="7869000" cy="6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pt-BR" sz="30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Slides 15</a:t>
            </a:r>
            <a:r>
              <a:rPr lang="pt-BR" sz="3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 20</a:t>
            </a:r>
            <a:endParaRPr dirty="0"/>
          </a:p>
        </p:txBody>
      </p:sp>
      <p:sp>
        <p:nvSpPr>
          <p:cNvPr id="3040" name="Google Shape;3040;p288"/>
          <p:cNvSpPr txBox="1"/>
          <p:nvPr/>
        </p:nvSpPr>
        <p:spPr>
          <a:xfrm>
            <a:off x="955053" y="996293"/>
            <a:ext cx="10977879" cy="5816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Orientações:</a:t>
            </a:r>
            <a:r>
              <a:rPr lang="pt-BR" b="1" i="0" u="none" strike="noStrike" cap="none" dirty="0">
                <a:solidFill>
                  <a:srgbClr val="000000"/>
                </a:solidFill>
                <a:ea typeface="Poppins"/>
              </a:rPr>
              <a:t>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Colocando em prática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. A atividade tem como objetivo fazer os estudantes transformarem a regra de desempenho de vendas em um algoritmo funcional no contexto da Papelaria Ponto Certo. Oriente as duplas a ler primeiro o enunciado: o catálogo está na lista produtos; e as vendas na lista vendas (nome, quantidade, data). Em seguida, peça que identifiquem as informações a processar (itens vendidos do Caderno em janeiro, fevereiro e março), como calcular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e quais condições definem alto/médio/baixo. Incentive-os a completar o código por etapas, validando cada uma antes de seguir.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20 minutos.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organize os estudantes em duplas. Circule observando se compreendem a diferença entre calcular a média dos itens vendidos e usar esse resultado para classificar o desempenho. Se houver dúvida sobre as duas listas, retome: produtos = catálogo; vendas = histórico. Em caso de dificuldade, faça perguntas que direcionem o raciocínio em vez de entregar a resposta pronta. Valorize o uso de nomes claros (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itens_vendidos_jan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,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desempenho_vendas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).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  <a:endParaRPr sz="1000" b="1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enunciado e as duas listas;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peça que completem só o cálculo de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media_itens_vendidos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e validem o resultado (10);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oriente a implementação do 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elif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/</a:t>
            </a:r>
            <a:r>
              <a:rPr lang="pt-BR" sz="1000" dirty="0" err="1">
                <a:latin typeface="Poppins"/>
                <a:ea typeface="Poppins"/>
                <a:cs typeface="Poppins"/>
                <a:sym typeface="Poppins"/>
              </a:rPr>
              <a:t>else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 (atenção à ordem: &gt;= 30 antes de &gt;= 10);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18000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depois, proponha alterar os limites das faixas e observar o que muda no código – em geral, só a decisão;</a:t>
            </a:r>
            <a:endParaRPr sz="1000" dirty="0">
              <a:latin typeface="Poppins"/>
              <a:ea typeface="Poppins"/>
              <a:cs typeface="Poppins"/>
            </a:endParaRPr>
          </a:p>
          <a:p>
            <a:pPr marL="18000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socialize soluções e reforce boa prática de nomes significativos.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Expectativas de respostas: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disponível nos slides do professor. </a:t>
            </a:r>
            <a:br>
              <a:rPr lang="pt-BR" sz="1000" dirty="0">
                <a:latin typeface="Poppins"/>
                <a:ea typeface="Poppins"/>
                <a:cs typeface="Poppins"/>
              </a:rPr>
            </a:b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Espera-se que calculem corretamente a média com itens_vendidos_jan/fev/mar; classifiquem o desempenho com condicionais conforme as regras; reconheçam que mudar faixas altera a decisão (não a ideia da média) e relacionem o algoritmo às listas do projeto. Também é esperado que usem nomes de variáveis claros e vejam a organização em entrada, processamento, decisão e saída.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Respostas mais alinhadas à proposta da atividade: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calcula corretamente a média;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usa a estrutura condicional de forma adequada (ordem das faixas);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relaciona o algoritmo às regras de negócio e aos dados de vendas;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reconhece que mudar as faixas altera só as condições, não a ideia da média;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percebe que nomes claros de variáveis ajudam a entender o programa.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pt-BR" sz="1000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Clr>
                <a:schemeClr val="dk1"/>
              </a:buClr>
              <a:buSzPts val="11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Respostas menos alinhadas à proposta da atividade: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erra a média;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compara faixas em ordem inadequada;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confunde cálculo com classificação;</a:t>
            </a:r>
          </a:p>
          <a:p>
            <a:pPr marL="1714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não liga o código à regra da loja.</a:t>
            </a:r>
            <a:endParaRPr sz="1000" dirty="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043" name="Google Shape;3043;p288"/>
          <p:cNvGrpSpPr/>
          <p:nvPr/>
        </p:nvGrpSpPr>
        <p:grpSpPr>
          <a:xfrm>
            <a:off x="497841" y="1023223"/>
            <a:ext cx="386100" cy="382500"/>
            <a:chOff x="497841" y="1318604"/>
            <a:chExt cx="386100" cy="382500"/>
          </a:xfrm>
        </p:grpSpPr>
        <p:sp>
          <p:nvSpPr>
            <p:cNvPr id="3044" name="Google Shape;3044;p288"/>
            <p:cNvSpPr/>
            <p:nvPr/>
          </p:nvSpPr>
          <p:spPr>
            <a:xfrm>
              <a:off x="497841" y="131860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5" name="Google Shape;3045;p288"/>
            <p:cNvSpPr/>
            <p:nvPr/>
          </p:nvSpPr>
          <p:spPr>
            <a:xfrm>
              <a:off x="569897" y="1417160"/>
              <a:ext cx="237744" cy="201168"/>
            </a:xfrm>
            <a:custGeom>
              <a:avLst/>
              <a:gdLst/>
              <a:ahLst/>
              <a:cxnLst/>
              <a:rect l="l" t="t" r="r" b="b"/>
              <a:pathLst>
                <a:path w="495300" h="419100" extrusionOk="0">
                  <a:moveTo>
                    <a:pt x="457200" y="0"/>
                  </a:moveTo>
                  <a:lnTo>
                    <a:pt x="38100" y="0"/>
                  </a:lnTo>
                  <a:cubicBezTo>
                    <a:pt x="17050" y="0"/>
                    <a:pt x="0" y="17050"/>
                    <a:pt x="0" y="38100"/>
                  </a:cubicBezTo>
                  <a:lnTo>
                    <a:pt x="0" y="323850"/>
                  </a:lnTo>
                  <a:cubicBezTo>
                    <a:pt x="0" y="344900"/>
                    <a:pt x="17050" y="361950"/>
                    <a:pt x="38100" y="361950"/>
                  </a:cubicBezTo>
                  <a:lnTo>
                    <a:pt x="188786" y="361950"/>
                  </a:lnTo>
                  <a:lnTo>
                    <a:pt x="182404" y="400050"/>
                  </a:lnTo>
                  <a:lnTo>
                    <a:pt x="161925" y="400050"/>
                  </a:lnTo>
                  <a:cubicBezTo>
                    <a:pt x="156686" y="400050"/>
                    <a:pt x="152400" y="404336"/>
                    <a:pt x="152400" y="409575"/>
                  </a:cubicBezTo>
                  <a:cubicBezTo>
                    <a:pt x="152400" y="414814"/>
                    <a:pt x="156686" y="419100"/>
                    <a:pt x="161925" y="419100"/>
                  </a:cubicBezTo>
                  <a:lnTo>
                    <a:pt x="333375" y="419100"/>
                  </a:lnTo>
                  <a:cubicBezTo>
                    <a:pt x="338614" y="419100"/>
                    <a:pt x="342900" y="414814"/>
                    <a:pt x="342900" y="409575"/>
                  </a:cubicBezTo>
                  <a:cubicBezTo>
                    <a:pt x="342900" y="404336"/>
                    <a:pt x="338614" y="400050"/>
                    <a:pt x="333375" y="400050"/>
                  </a:cubicBezTo>
                  <a:lnTo>
                    <a:pt x="312896" y="400050"/>
                  </a:lnTo>
                  <a:lnTo>
                    <a:pt x="306514" y="361950"/>
                  </a:lnTo>
                  <a:lnTo>
                    <a:pt x="457200" y="361950"/>
                  </a:lnTo>
                  <a:cubicBezTo>
                    <a:pt x="478250" y="361950"/>
                    <a:pt x="495300" y="344900"/>
                    <a:pt x="495300" y="3238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201739" y="400050"/>
                  </a:moveTo>
                  <a:lnTo>
                    <a:pt x="208121" y="361950"/>
                  </a:lnTo>
                  <a:lnTo>
                    <a:pt x="287274" y="361950"/>
                  </a:lnTo>
                  <a:lnTo>
                    <a:pt x="293656" y="400050"/>
                  </a:lnTo>
                  <a:lnTo>
                    <a:pt x="201835" y="400050"/>
                  </a:lnTo>
                  <a:close/>
                  <a:moveTo>
                    <a:pt x="476250" y="323850"/>
                  </a:moveTo>
                  <a:cubicBezTo>
                    <a:pt x="476250" y="334328"/>
                    <a:pt x="467678" y="342900"/>
                    <a:pt x="457200" y="342900"/>
                  </a:cubicBezTo>
                  <a:lnTo>
                    <a:pt x="38100" y="342900"/>
                  </a:lnTo>
                  <a:cubicBezTo>
                    <a:pt x="27622" y="342900"/>
                    <a:pt x="19050" y="334328"/>
                    <a:pt x="19050" y="323850"/>
                  </a:cubicBezTo>
                  <a:lnTo>
                    <a:pt x="19050" y="304800"/>
                  </a:lnTo>
                  <a:lnTo>
                    <a:pt x="476250" y="304800"/>
                  </a:lnTo>
                  <a:lnTo>
                    <a:pt x="476250" y="323850"/>
                  </a:lnTo>
                  <a:close/>
                  <a:moveTo>
                    <a:pt x="476250" y="285750"/>
                  </a:moveTo>
                  <a:lnTo>
                    <a:pt x="19050" y="285750"/>
                  </a:lnTo>
                  <a:lnTo>
                    <a:pt x="19050" y="38100"/>
                  </a:lnTo>
                  <a:cubicBezTo>
                    <a:pt x="19050" y="27623"/>
                    <a:pt x="27622" y="19050"/>
                    <a:pt x="3810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85750"/>
                  </a:lnTo>
                  <a:close/>
                  <a:moveTo>
                    <a:pt x="290131" y="82772"/>
                  </a:moveTo>
                  <a:lnTo>
                    <a:pt x="190310" y="41624"/>
                  </a:lnTo>
                  <a:cubicBezTo>
                    <a:pt x="184499" y="39243"/>
                    <a:pt x="178403" y="38005"/>
                    <a:pt x="172212" y="38005"/>
                  </a:cubicBezTo>
                  <a:lnTo>
                    <a:pt x="170783" y="38005"/>
                  </a:lnTo>
                  <a:cubicBezTo>
                    <a:pt x="164497" y="38005"/>
                    <a:pt x="158401" y="39243"/>
                    <a:pt x="152686" y="41624"/>
                  </a:cubicBezTo>
                  <a:lnTo>
                    <a:pt x="52864" y="82772"/>
                  </a:lnTo>
                  <a:cubicBezTo>
                    <a:pt x="43910" y="86487"/>
                    <a:pt x="38195" y="95060"/>
                    <a:pt x="38195" y="104775"/>
                  </a:cubicBezTo>
                  <a:lnTo>
                    <a:pt x="38195" y="161925"/>
                  </a:lnTo>
                  <a:cubicBezTo>
                    <a:pt x="38195" y="167164"/>
                    <a:pt x="42481" y="171450"/>
                    <a:pt x="47720" y="171450"/>
                  </a:cubicBezTo>
                  <a:cubicBezTo>
                    <a:pt x="52959" y="171450"/>
                    <a:pt x="57245" y="167164"/>
                    <a:pt x="57245" y="161925"/>
                  </a:cubicBezTo>
                  <a:lnTo>
                    <a:pt x="57245" y="128492"/>
                  </a:lnTo>
                  <a:lnTo>
                    <a:pt x="76295" y="136303"/>
                  </a:lnTo>
                  <a:lnTo>
                    <a:pt x="76295" y="199073"/>
                  </a:lnTo>
                  <a:cubicBezTo>
                    <a:pt x="76295" y="209169"/>
                    <a:pt x="81629" y="218504"/>
                    <a:pt x="90202" y="223552"/>
                  </a:cubicBezTo>
                  <a:cubicBezTo>
                    <a:pt x="105251" y="232505"/>
                    <a:pt x="135922" y="247555"/>
                    <a:pt x="171545" y="247555"/>
                  </a:cubicBezTo>
                  <a:cubicBezTo>
                    <a:pt x="207169" y="247555"/>
                    <a:pt x="237839" y="232505"/>
                    <a:pt x="252889" y="223552"/>
                  </a:cubicBezTo>
                  <a:cubicBezTo>
                    <a:pt x="261461" y="218504"/>
                    <a:pt x="266795" y="209074"/>
                    <a:pt x="266795" y="199073"/>
                  </a:cubicBezTo>
                  <a:lnTo>
                    <a:pt x="266795" y="136303"/>
                  </a:lnTo>
                  <a:lnTo>
                    <a:pt x="290227" y="126683"/>
                  </a:lnTo>
                  <a:cubicBezTo>
                    <a:pt x="299180" y="122968"/>
                    <a:pt x="304895" y="114395"/>
                    <a:pt x="304895" y="104680"/>
                  </a:cubicBezTo>
                  <a:cubicBezTo>
                    <a:pt x="304895" y="94964"/>
                    <a:pt x="299085" y="86392"/>
                    <a:pt x="290227" y="82677"/>
                  </a:cubicBezTo>
                  <a:close/>
                  <a:moveTo>
                    <a:pt x="247650" y="199168"/>
                  </a:moveTo>
                  <a:cubicBezTo>
                    <a:pt x="247650" y="202502"/>
                    <a:pt x="245936" y="205645"/>
                    <a:pt x="243173" y="207264"/>
                  </a:cubicBezTo>
                  <a:cubicBezTo>
                    <a:pt x="229743" y="215170"/>
                    <a:pt x="202597" y="228600"/>
                    <a:pt x="171450" y="228600"/>
                  </a:cubicBezTo>
                  <a:cubicBezTo>
                    <a:pt x="140303" y="228600"/>
                    <a:pt x="113157" y="215265"/>
                    <a:pt x="99727" y="207264"/>
                  </a:cubicBezTo>
                  <a:cubicBezTo>
                    <a:pt x="96964" y="205645"/>
                    <a:pt x="95250" y="202502"/>
                    <a:pt x="95250" y="199168"/>
                  </a:cubicBezTo>
                  <a:lnTo>
                    <a:pt x="95250" y="144209"/>
                  </a:lnTo>
                  <a:lnTo>
                    <a:pt x="152590" y="167831"/>
                  </a:lnTo>
                  <a:cubicBezTo>
                    <a:pt x="158401" y="170212"/>
                    <a:pt x="164497" y="171450"/>
                    <a:pt x="170688" y="171450"/>
                  </a:cubicBezTo>
                  <a:lnTo>
                    <a:pt x="172117" y="171450"/>
                  </a:lnTo>
                  <a:cubicBezTo>
                    <a:pt x="178403" y="171450"/>
                    <a:pt x="184499" y="170212"/>
                    <a:pt x="190214" y="167831"/>
                  </a:cubicBezTo>
                  <a:lnTo>
                    <a:pt x="247555" y="144209"/>
                  </a:lnTo>
                  <a:lnTo>
                    <a:pt x="247555" y="199168"/>
                  </a:lnTo>
                  <a:close/>
                  <a:moveTo>
                    <a:pt x="282797" y="109061"/>
                  </a:moveTo>
                  <a:lnTo>
                    <a:pt x="182975" y="150209"/>
                  </a:lnTo>
                  <a:cubicBezTo>
                    <a:pt x="179546" y="151638"/>
                    <a:pt x="175831" y="152400"/>
                    <a:pt x="172117" y="152400"/>
                  </a:cubicBezTo>
                  <a:lnTo>
                    <a:pt x="170688" y="152400"/>
                  </a:lnTo>
                  <a:cubicBezTo>
                    <a:pt x="166973" y="152400"/>
                    <a:pt x="163259" y="151638"/>
                    <a:pt x="159829" y="150209"/>
                  </a:cubicBezTo>
                  <a:lnTo>
                    <a:pt x="60007" y="109061"/>
                  </a:lnTo>
                  <a:cubicBezTo>
                    <a:pt x="58198" y="108299"/>
                    <a:pt x="57055" y="106585"/>
                    <a:pt x="57055" y="104680"/>
                  </a:cubicBezTo>
                  <a:cubicBezTo>
                    <a:pt x="57055" y="102775"/>
                    <a:pt x="58198" y="101060"/>
                    <a:pt x="60007" y="100298"/>
                  </a:cubicBezTo>
                  <a:lnTo>
                    <a:pt x="159829" y="59150"/>
                  </a:lnTo>
                  <a:cubicBezTo>
                    <a:pt x="163259" y="57721"/>
                    <a:pt x="166973" y="56960"/>
                    <a:pt x="170688" y="56960"/>
                  </a:cubicBezTo>
                  <a:lnTo>
                    <a:pt x="172117" y="56960"/>
                  </a:lnTo>
                  <a:cubicBezTo>
                    <a:pt x="175831" y="56960"/>
                    <a:pt x="179546" y="57721"/>
                    <a:pt x="182975" y="59150"/>
                  </a:cubicBezTo>
                  <a:lnTo>
                    <a:pt x="282797" y="100298"/>
                  </a:lnTo>
                  <a:cubicBezTo>
                    <a:pt x="284607" y="101060"/>
                    <a:pt x="285750" y="102775"/>
                    <a:pt x="285750" y="104680"/>
                  </a:cubicBezTo>
                  <a:cubicBezTo>
                    <a:pt x="285750" y="106585"/>
                    <a:pt x="284607" y="108299"/>
                    <a:pt x="282797" y="109061"/>
                  </a:cubicBezTo>
                  <a:close/>
                  <a:moveTo>
                    <a:pt x="400050" y="209360"/>
                  </a:moveTo>
                  <a:cubicBezTo>
                    <a:pt x="400050" y="205454"/>
                    <a:pt x="397573" y="201930"/>
                    <a:pt x="393859" y="200596"/>
                  </a:cubicBezTo>
                  <a:lnTo>
                    <a:pt x="317659" y="172021"/>
                  </a:lnTo>
                  <a:cubicBezTo>
                    <a:pt x="314135" y="170688"/>
                    <a:pt x="310229" y="171545"/>
                    <a:pt x="307562" y="174212"/>
                  </a:cubicBezTo>
                  <a:cubicBezTo>
                    <a:pt x="304895" y="176879"/>
                    <a:pt x="304038" y="180785"/>
                    <a:pt x="305371" y="184309"/>
                  </a:cubicBezTo>
                  <a:lnTo>
                    <a:pt x="333946" y="260509"/>
                  </a:lnTo>
                  <a:cubicBezTo>
                    <a:pt x="335280" y="264223"/>
                    <a:pt x="338804" y="266605"/>
                    <a:pt x="342710" y="266700"/>
                  </a:cubicBezTo>
                  <a:lnTo>
                    <a:pt x="342805" y="266700"/>
                  </a:lnTo>
                  <a:cubicBezTo>
                    <a:pt x="346710" y="266700"/>
                    <a:pt x="350139" y="264319"/>
                    <a:pt x="351663" y="260794"/>
                  </a:cubicBezTo>
                  <a:lnTo>
                    <a:pt x="360045" y="240221"/>
                  </a:lnTo>
                  <a:lnTo>
                    <a:pt x="383762" y="263938"/>
                  </a:lnTo>
                  <a:cubicBezTo>
                    <a:pt x="387477" y="267653"/>
                    <a:pt x="393478" y="267653"/>
                    <a:pt x="397193" y="263938"/>
                  </a:cubicBezTo>
                  <a:cubicBezTo>
                    <a:pt x="400907" y="260223"/>
                    <a:pt x="400907" y="254222"/>
                    <a:pt x="397193" y="250508"/>
                  </a:cubicBezTo>
                  <a:lnTo>
                    <a:pt x="373475" y="226790"/>
                  </a:lnTo>
                  <a:lnTo>
                    <a:pt x="394049" y="218408"/>
                  </a:lnTo>
                  <a:cubicBezTo>
                    <a:pt x="397669" y="216979"/>
                    <a:pt x="400050" y="213360"/>
                    <a:pt x="399955" y="209455"/>
                  </a:cubicBezTo>
                  <a:close/>
                  <a:moveTo>
                    <a:pt x="353092" y="214408"/>
                  </a:move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3092" y="214408"/>
                    <a:pt x="353092" y="214408"/>
                  </a:cubicBezTo>
                  <a:lnTo>
                    <a:pt x="353092" y="214408"/>
                  </a:lnTo>
                  <a:cubicBezTo>
                    <a:pt x="353092" y="214408"/>
                    <a:pt x="352901" y="214503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cubicBezTo>
                    <a:pt x="352806" y="214598"/>
                    <a:pt x="352806" y="214598"/>
                    <a:pt x="352806" y="214598"/>
                  </a:cubicBezTo>
                  <a:lnTo>
                    <a:pt x="352806" y="214598"/>
                  </a:lnTo>
                  <a:cubicBezTo>
                    <a:pt x="350806" y="215551"/>
                    <a:pt x="349187" y="217075"/>
                    <a:pt x="348234" y="219265"/>
                  </a:cubicBezTo>
                  <a:cubicBezTo>
                    <a:pt x="348234" y="219456"/>
                    <a:pt x="348139" y="219551"/>
                    <a:pt x="348044" y="219742"/>
                  </a:cubicBezTo>
                  <a:lnTo>
                    <a:pt x="343471" y="230981"/>
                  </a:lnTo>
                  <a:lnTo>
                    <a:pt x="330803" y="197263"/>
                  </a:lnTo>
                  <a:lnTo>
                    <a:pt x="364522" y="209931"/>
                  </a:lnTo>
                  <a:lnTo>
                    <a:pt x="353282" y="214503"/>
                  </a:lnTo>
                  <a:close/>
                  <a:moveTo>
                    <a:pt x="428625" y="57055"/>
                  </a:moveTo>
                  <a:lnTo>
                    <a:pt x="333375" y="57055"/>
                  </a:lnTo>
                  <a:cubicBezTo>
                    <a:pt x="328136" y="57055"/>
                    <a:pt x="323850" y="61341"/>
                    <a:pt x="323850" y="66580"/>
                  </a:cubicBezTo>
                  <a:cubicBezTo>
                    <a:pt x="323850" y="71819"/>
                    <a:pt x="328136" y="76105"/>
                    <a:pt x="333375" y="76105"/>
                  </a:cubicBezTo>
                  <a:lnTo>
                    <a:pt x="428625" y="76105"/>
                  </a:lnTo>
                  <a:cubicBezTo>
                    <a:pt x="433864" y="76105"/>
                    <a:pt x="438150" y="71819"/>
                    <a:pt x="438150" y="66580"/>
                  </a:cubicBezTo>
                  <a:cubicBezTo>
                    <a:pt x="438150" y="61341"/>
                    <a:pt x="433864" y="57055"/>
                    <a:pt x="428625" y="57055"/>
                  </a:cubicBezTo>
                  <a:close/>
                  <a:moveTo>
                    <a:pt x="428625" y="95155"/>
                  </a:moveTo>
                  <a:lnTo>
                    <a:pt x="333375" y="95155"/>
                  </a:lnTo>
                  <a:cubicBezTo>
                    <a:pt x="328136" y="95155"/>
                    <a:pt x="323850" y="99441"/>
                    <a:pt x="323850" y="104680"/>
                  </a:cubicBezTo>
                  <a:cubicBezTo>
                    <a:pt x="323850" y="109919"/>
                    <a:pt x="328136" y="114205"/>
                    <a:pt x="333375" y="114205"/>
                  </a:cubicBezTo>
                  <a:lnTo>
                    <a:pt x="428625" y="114205"/>
                  </a:lnTo>
                  <a:cubicBezTo>
                    <a:pt x="433864" y="114205"/>
                    <a:pt x="438150" y="109919"/>
                    <a:pt x="438150" y="104680"/>
                  </a:cubicBezTo>
                  <a:cubicBezTo>
                    <a:pt x="438150" y="99441"/>
                    <a:pt x="433864" y="95155"/>
                    <a:pt x="428625" y="95155"/>
                  </a:cubicBezTo>
                  <a:close/>
                  <a:moveTo>
                    <a:pt x="428625" y="133255"/>
                  </a:moveTo>
                  <a:lnTo>
                    <a:pt x="333375" y="133255"/>
                  </a:lnTo>
                  <a:cubicBezTo>
                    <a:pt x="328136" y="133255"/>
                    <a:pt x="323850" y="137541"/>
                    <a:pt x="323850" y="142780"/>
                  </a:cubicBezTo>
                  <a:cubicBezTo>
                    <a:pt x="323850" y="148019"/>
                    <a:pt x="328136" y="152305"/>
                    <a:pt x="333375" y="152305"/>
                  </a:cubicBezTo>
                  <a:lnTo>
                    <a:pt x="428625" y="152305"/>
                  </a:lnTo>
                  <a:cubicBezTo>
                    <a:pt x="433864" y="152305"/>
                    <a:pt x="438150" y="148019"/>
                    <a:pt x="438150" y="142780"/>
                  </a:cubicBezTo>
                  <a:cubicBezTo>
                    <a:pt x="438150" y="137541"/>
                    <a:pt x="433864" y="133255"/>
                    <a:pt x="428625" y="133255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6" name="Google Shape;3046;p288"/>
          <p:cNvGrpSpPr/>
          <p:nvPr/>
        </p:nvGrpSpPr>
        <p:grpSpPr>
          <a:xfrm>
            <a:off x="497841" y="2289085"/>
            <a:ext cx="386100" cy="382500"/>
            <a:chOff x="497841" y="2265726"/>
            <a:chExt cx="386100" cy="382500"/>
          </a:xfrm>
        </p:grpSpPr>
        <p:sp>
          <p:nvSpPr>
            <p:cNvPr id="3047" name="Google Shape;3047;p288"/>
            <p:cNvSpPr/>
            <p:nvPr/>
          </p:nvSpPr>
          <p:spPr>
            <a:xfrm>
              <a:off x="497841" y="226572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8" name="Google Shape;3048;p288"/>
            <p:cNvSpPr/>
            <p:nvPr/>
          </p:nvSpPr>
          <p:spPr>
            <a:xfrm>
              <a:off x="566852" y="2344156"/>
              <a:ext cx="245174" cy="226314"/>
            </a:xfrm>
            <a:custGeom>
              <a:avLst/>
              <a:gdLst/>
              <a:ahLst/>
              <a:cxnLst/>
              <a:rect l="l" t="t" r="r" b="b"/>
              <a:pathLst>
                <a:path w="495300" h="457200" extrusionOk="0">
                  <a:moveTo>
                    <a:pt x="116396" y="388525"/>
                  </a:moveTo>
                  <a:cubicBezTo>
                    <a:pt x="126682" y="379762"/>
                    <a:pt x="133350" y="366903"/>
                    <a:pt x="133350" y="352425"/>
                  </a:cubicBezTo>
                  <a:cubicBezTo>
                    <a:pt x="133350" y="326136"/>
                    <a:pt x="112014" y="304800"/>
                    <a:pt x="85725" y="304800"/>
                  </a:cubicBezTo>
                  <a:cubicBezTo>
                    <a:pt x="59436" y="304800"/>
                    <a:pt x="38100" y="326136"/>
                    <a:pt x="38100" y="352425"/>
                  </a:cubicBezTo>
                  <a:cubicBezTo>
                    <a:pt x="38100" y="366903"/>
                    <a:pt x="44767" y="379762"/>
                    <a:pt x="55054" y="388525"/>
                  </a:cubicBezTo>
                  <a:cubicBezTo>
                    <a:pt x="33718" y="399669"/>
                    <a:pt x="19050" y="421958"/>
                    <a:pt x="19050" y="447675"/>
                  </a:cubicBezTo>
                  <a:cubicBezTo>
                    <a:pt x="19050" y="452914"/>
                    <a:pt x="23336" y="457200"/>
                    <a:pt x="28575" y="457200"/>
                  </a:cubicBezTo>
                  <a:cubicBezTo>
                    <a:pt x="33814" y="457200"/>
                    <a:pt x="38100" y="452914"/>
                    <a:pt x="38100" y="447675"/>
                  </a:cubicBezTo>
                  <a:cubicBezTo>
                    <a:pt x="38100" y="421386"/>
                    <a:pt x="59436" y="400050"/>
                    <a:pt x="85725" y="400050"/>
                  </a:cubicBezTo>
                  <a:cubicBezTo>
                    <a:pt x="112014" y="400050"/>
                    <a:pt x="133350" y="421386"/>
                    <a:pt x="133350" y="447675"/>
                  </a:cubicBezTo>
                  <a:cubicBezTo>
                    <a:pt x="133350" y="452914"/>
                    <a:pt x="137636" y="457200"/>
                    <a:pt x="142875" y="457200"/>
                  </a:cubicBezTo>
                  <a:cubicBezTo>
                    <a:pt x="148114" y="457200"/>
                    <a:pt x="152400" y="452914"/>
                    <a:pt x="152400" y="447675"/>
                  </a:cubicBezTo>
                  <a:cubicBezTo>
                    <a:pt x="152400" y="421958"/>
                    <a:pt x="137731" y="399669"/>
                    <a:pt x="116396" y="388525"/>
                  </a:cubicBezTo>
                  <a:close/>
                  <a:moveTo>
                    <a:pt x="85725" y="381000"/>
                  </a:moveTo>
                  <a:cubicBezTo>
                    <a:pt x="70009" y="381000"/>
                    <a:pt x="57150" y="368141"/>
                    <a:pt x="57150" y="352425"/>
                  </a:cubicBezTo>
                  <a:cubicBezTo>
                    <a:pt x="57150" y="336709"/>
                    <a:pt x="70009" y="323850"/>
                    <a:pt x="85725" y="323850"/>
                  </a:cubicBezTo>
                  <a:cubicBezTo>
                    <a:pt x="101441" y="323850"/>
                    <a:pt x="114300" y="336709"/>
                    <a:pt x="114300" y="352425"/>
                  </a:cubicBezTo>
                  <a:cubicBezTo>
                    <a:pt x="114300" y="368141"/>
                    <a:pt x="101441" y="381000"/>
                    <a:pt x="85725" y="381000"/>
                  </a:cubicBezTo>
                  <a:close/>
                  <a:moveTo>
                    <a:pt x="278321" y="388525"/>
                  </a:moveTo>
                  <a:cubicBezTo>
                    <a:pt x="288607" y="379762"/>
                    <a:pt x="295275" y="366903"/>
                    <a:pt x="295275" y="352425"/>
                  </a:cubicBezTo>
                  <a:cubicBezTo>
                    <a:pt x="295275" y="326136"/>
                    <a:pt x="273939" y="304800"/>
                    <a:pt x="247650" y="304800"/>
                  </a:cubicBezTo>
                  <a:cubicBezTo>
                    <a:pt x="221361" y="304800"/>
                    <a:pt x="200025" y="326136"/>
                    <a:pt x="200025" y="352425"/>
                  </a:cubicBezTo>
                  <a:cubicBezTo>
                    <a:pt x="200025" y="366903"/>
                    <a:pt x="206693" y="379762"/>
                    <a:pt x="216979" y="388525"/>
                  </a:cubicBezTo>
                  <a:cubicBezTo>
                    <a:pt x="195644" y="399669"/>
                    <a:pt x="180975" y="421958"/>
                    <a:pt x="180975" y="447675"/>
                  </a:cubicBezTo>
                  <a:cubicBezTo>
                    <a:pt x="180975" y="452914"/>
                    <a:pt x="185261" y="457200"/>
                    <a:pt x="190500" y="457200"/>
                  </a:cubicBezTo>
                  <a:cubicBezTo>
                    <a:pt x="195739" y="457200"/>
                    <a:pt x="200025" y="452914"/>
                    <a:pt x="200025" y="447675"/>
                  </a:cubicBezTo>
                  <a:cubicBezTo>
                    <a:pt x="200025" y="421386"/>
                    <a:pt x="221361" y="400050"/>
                    <a:pt x="247650" y="400050"/>
                  </a:cubicBezTo>
                  <a:cubicBezTo>
                    <a:pt x="273939" y="400050"/>
                    <a:pt x="295275" y="421386"/>
                    <a:pt x="295275" y="447675"/>
                  </a:cubicBezTo>
                  <a:cubicBezTo>
                    <a:pt x="295275" y="452914"/>
                    <a:pt x="299561" y="457200"/>
                    <a:pt x="304800" y="457200"/>
                  </a:cubicBezTo>
                  <a:cubicBezTo>
                    <a:pt x="310039" y="457200"/>
                    <a:pt x="314325" y="452914"/>
                    <a:pt x="314325" y="447675"/>
                  </a:cubicBezTo>
                  <a:cubicBezTo>
                    <a:pt x="314325" y="421958"/>
                    <a:pt x="299656" y="399669"/>
                    <a:pt x="278321" y="388525"/>
                  </a:cubicBezTo>
                  <a:close/>
                  <a:moveTo>
                    <a:pt x="247650" y="381000"/>
                  </a:moveTo>
                  <a:cubicBezTo>
                    <a:pt x="231934" y="381000"/>
                    <a:pt x="219075" y="368141"/>
                    <a:pt x="219075" y="352425"/>
                  </a:cubicBezTo>
                  <a:cubicBezTo>
                    <a:pt x="219075" y="336709"/>
                    <a:pt x="231934" y="323850"/>
                    <a:pt x="247650" y="323850"/>
                  </a:cubicBezTo>
                  <a:cubicBezTo>
                    <a:pt x="263366" y="323850"/>
                    <a:pt x="276225" y="336709"/>
                    <a:pt x="276225" y="352425"/>
                  </a:cubicBezTo>
                  <a:cubicBezTo>
                    <a:pt x="276225" y="368141"/>
                    <a:pt x="263366" y="381000"/>
                    <a:pt x="247650" y="381000"/>
                  </a:cubicBezTo>
                  <a:close/>
                  <a:moveTo>
                    <a:pt x="440246" y="388525"/>
                  </a:moveTo>
                  <a:cubicBezTo>
                    <a:pt x="450532" y="379762"/>
                    <a:pt x="457200" y="366903"/>
                    <a:pt x="457200" y="352425"/>
                  </a:cubicBezTo>
                  <a:cubicBezTo>
                    <a:pt x="457200" y="326136"/>
                    <a:pt x="435864" y="304800"/>
                    <a:pt x="409575" y="304800"/>
                  </a:cubicBezTo>
                  <a:cubicBezTo>
                    <a:pt x="383286" y="304800"/>
                    <a:pt x="361950" y="326136"/>
                    <a:pt x="361950" y="352425"/>
                  </a:cubicBezTo>
                  <a:cubicBezTo>
                    <a:pt x="361950" y="366903"/>
                    <a:pt x="368618" y="379762"/>
                    <a:pt x="378905" y="388525"/>
                  </a:cubicBezTo>
                  <a:cubicBezTo>
                    <a:pt x="357569" y="399669"/>
                    <a:pt x="342900" y="421958"/>
                    <a:pt x="342900" y="447675"/>
                  </a:cubicBezTo>
                  <a:cubicBezTo>
                    <a:pt x="342900" y="452914"/>
                    <a:pt x="347186" y="457200"/>
                    <a:pt x="352425" y="457200"/>
                  </a:cubicBezTo>
                  <a:cubicBezTo>
                    <a:pt x="357664" y="457200"/>
                    <a:pt x="361950" y="452914"/>
                    <a:pt x="361950" y="447675"/>
                  </a:cubicBezTo>
                  <a:cubicBezTo>
                    <a:pt x="361950" y="421386"/>
                    <a:pt x="383286" y="400050"/>
                    <a:pt x="409575" y="400050"/>
                  </a:cubicBezTo>
                  <a:cubicBezTo>
                    <a:pt x="435864" y="400050"/>
                    <a:pt x="457200" y="421386"/>
                    <a:pt x="457200" y="447675"/>
                  </a:cubicBezTo>
                  <a:cubicBezTo>
                    <a:pt x="457200" y="452914"/>
                    <a:pt x="461486" y="457200"/>
                    <a:pt x="466725" y="457200"/>
                  </a:cubicBezTo>
                  <a:cubicBezTo>
                    <a:pt x="471964" y="457200"/>
                    <a:pt x="476250" y="452914"/>
                    <a:pt x="476250" y="447675"/>
                  </a:cubicBezTo>
                  <a:cubicBezTo>
                    <a:pt x="476250" y="421958"/>
                    <a:pt x="461581" y="399669"/>
                    <a:pt x="440246" y="388525"/>
                  </a:cubicBezTo>
                  <a:close/>
                  <a:moveTo>
                    <a:pt x="409575" y="381000"/>
                  </a:moveTo>
                  <a:cubicBezTo>
                    <a:pt x="393859" y="381000"/>
                    <a:pt x="381000" y="368141"/>
                    <a:pt x="381000" y="352425"/>
                  </a:cubicBezTo>
                  <a:cubicBezTo>
                    <a:pt x="381000" y="336709"/>
                    <a:pt x="393859" y="323850"/>
                    <a:pt x="409575" y="323850"/>
                  </a:cubicBezTo>
                  <a:cubicBezTo>
                    <a:pt x="425291" y="323850"/>
                    <a:pt x="438150" y="336709"/>
                    <a:pt x="438150" y="352425"/>
                  </a:cubicBezTo>
                  <a:cubicBezTo>
                    <a:pt x="438150" y="368141"/>
                    <a:pt x="425291" y="381000"/>
                    <a:pt x="409575" y="381000"/>
                  </a:cubicBezTo>
                  <a:close/>
                  <a:moveTo>
                    <a:pt x="285750" y="123825"/>
                  </a:moveTo>
                  <a:cubicBezTo>
                    <a:pt x="285750" y="108109"/>
                    <a:pt x="272891" y="95250"/>
                    <a:pt x="257175" y="95250"/>
                  </a:cubicBezTo>
                  <a:lnTo>
                    <a:pt x="125254" y="95250"/>
                  </a:lnTo>
                  <a:cubicBezTo>
                    <a:pt x="138779" y="85725"/>
                    <a:pt x="147638" y="70104"/>
                    <a:pt x="147638" y="52388"/>
                  </a:cubicBezTo>
                  <a:cubicBezTo>
                    <a:pt x="147638" y="23527"/>
                    <a:pt x="124111" y="0"/>
                    <a:pt x="95250" y="0"/>
                  </a:cubicBezTo>
                  <a:cubicBezTo>
                    <a:pt x="66389" y="0"/>
                    <a:pt x="42863" y="23527"/>
                    <a:pt x="42863" y="52388"/>
                  </a:cubicBezTo>
                  <a:cubicBezTo>
                    <a:pt x="42863" y="71628"/>
                    <a:pt x="53340" y="88392"/>
                    <a:pt x="68771" y="97536"/>
                  </a:cubicBezTo>
                  <a:cubicBezTo>
                    <a:pt x="27242" y="104775"/>
                    <a:pt x="0" y="129254"/>
                    <a:pt x="0" y="161925"/>
                  </a:cubicBezTo>
                  <a:lnTo>
                    <a:pt x="0" y="238125"/>
                  </a:lnTo>
                  <a:cubicBezTo>
                    <a:pt x="0" y="264414"/>
                    <a:pt x="21336" y="285750"/>
                    <a:pt x="47625" y="285750"/>
                  </a:cubicBezTo>
                  <a:cubicBezTo>
                    <a:pt x="52864" y="285750"/>
                    <a:pt x="57150" y="281464"/>
                    <a:pt x="57150" y="276225"/>
                  </a:cubicBezTo>
                  <a:lnTo>
                    <a:pt x="57150" y="171450"/>
                  </a:lnTo>
                  <a:cubicBezTo>
                    <a:pt x="57150" y="166211"/>
                    <a:pt x="52864" y="161925"/>
                    <a:pt x="47625" y="161925"/>
                  </a:cubicBezTo>
                  <a:cubicBezTo>
                    <a:pt x="42386" y="161925"/>
                    <a:pt x="38100" y="166211"/>
                    <a:pt x="38100" y="171450"/>
                  </a:cubicBezTo>
                  <a:lnTo>
                    <a:pt x="38100" y="265081"/>
                  </a:lnTo>
                  <a:cubicBezTo>
                    <a:pt x="27051" y="261176"/>
                    <a:pt x="19050" y="250603"/>
                    <a:pt x="19050" y="238125"/>
                  </a:cubicBezTo>
                  <a:lnTo>
                    <a:pt x="19050" y="161925"/>
                  </a:lnTo>
                  <a:cubicBezTo>
                    <a:pt x="19050" y="129159"/>
                    <a:pt x="58579" y="114300"/>
                    <a:pt x="95250" y="114300"/>
                  </a:cubicBezTo>
                  <a:lnTo>
                    <a:pt x="257175" y="114300"/>
                  </a:lnTo>
                  <a:cubicBezTo>
                    <a:pt x="262414" y="114300"/>
                    <a:pt x="266700" y="118586"/>
                    <a:pt x="266700" y="123825"/>
                  </a:cubicBezTo>
                  <a:cubicBezTo>
                    <a:pt x="266700" y="129064"/>
                    <a:pt x="262414" y="133350"/>
                    <a:pt x="257175" y="133350"/>
                  </a:cubicBezTo>
                  <a:lnTo>
                    <a:pt x="161925" y="133350"/>
                  </a:lnTo>
                  <a:cubicBezTo>
                    <a:pt x="146209" y="133350"/>
                    <a:pt x="133350" y="146209"/>
                    <a:pt x="133350" y="161925"/>
                  </a:cubicBezTo>
                  <a:lnTo>
                    <a:pt x="133350" y="295275"/>
                  </a:lnTo>
                  <a:cubicBezTo>
                    <a:pt x="133350" y="300514"/>
                    <a:pt x="137636" y="304800"/>
                    <a:pt x="142875" y="304800"/>
                  </a:cubicBezTo>
                  <a:cubicBezTo>
                    <a:pt x="148114" y="304800"/>
                    <a:pt x="152400" y="300514"/>
                    <a:pt x="152400" y="295275"/>
                  </a:cubicBezTo>
                  <a:lnTo>
                    <a:pt x="152400" y="161925"/>
                  </a:lnTo>
                  <a:cubicBezTo>
                    <a:pt x="152400" y="156686"/>
                    <a:pt x="156686" y="152400"/>
                    <a:pt x="161925" y="152400"/>
                  </a:cubicBezTo>
                  <a:lnTo>
                    <a:pt x="257175" y="152400"/>
                  </a:lnTo>
                  <a:cubicBezTo>
                    <a:pt x="272891" y="152400"/>
                    <a:pt x="285750" y="139541"/>
                    <a:pt x="285750" y="123825"/>
                  </a:cubicBezTo>
                  <a:close/>
                  <a:moveTo>
                    <a:pt x="95250" y="85725"/>
                  </a:moveTo>
                  <a:cubicBezTo>
                    <a:pt x="76867" y="85725"/>
                    <a:pt x="61913" y="70771"/>
                    <a:pt x="61913" y="52388"/>
                  </a:cubicBezTo>
                  <a:cubicBezTo>
                    <a:pt x="61913" y="34004"/>
                    <a:pt x="76867" y="19050"/>
                    <a:pt x="95250" y="19050"/>
                  </a:cubicBezTo>
                  <a:cubicBezTo>
                    <a:pt x="113633" y="19050"/>
                    <a:pt x="128588" y="34004"/>
                    <a:pt x="128588" y="52388"/>
                  </a:cubicBezTo>
                  <a:cubicBezTo>
                    <a:pt x="128588" y="70771"/>
                    <a:pt x="113633" y="85725"/>
                    <a:pt x="95250" y="85725"/>
                  </a:cubicBezTo>
                  <a:close/>
                  <a:moveTo>
                    <a:pt x="457200" y="0"/>
                  </a:moveTo>
                  <a:lnTo>
                    <a:pt x="171450" y="0"/>
                  </a:lnTo>
                  <a:cubicBezTo>
                    <a:pt x="166211" y="0"/>
                    <a:pt x="161925" y="4286"/>
                    <a:pt x="161925" y="9525"/>
                  </a:cubicBezTo>
                  <a:cubicBezTo>
                    <a:pt x="161925" y="14764"/>
                    <a:pt x="166211" y="19050"/>
                    <a:pt x="171450" y="19050"/>
                  </a:cubicBezTo>
                  <a:lnTo>
                    <a:pt x="457200" y="19050"/>
                  </a:lnTo>
                  <a:cubicBezTo>
                    <a:pt x="467678" y="19050"/>
                    <a:pt x="476250" y="27623"/>
                    <a:pt x="476250" y="38100"/>
                  </a:cubicBezTo>
                  <a:lnTo>
                    <a:pt x="476250" y="247650"/>
                  </a:lnTo>
                  <a:cubicBezTo>
                    <a:pt x="476250" y="258128"/>
                    <a:pt x="467678" y="266700"/>
                    <a:pt x="457200" y="266700"/>
                  </a:cubicBezTo>
                  <a:lnTo>
                    <a:pt x="180975" y="266700"/>
                  </a:lnTo>
                  <a:cubicBezTo>
                    <a:pt x="175736" y="266700"/>
                    <a:pt x="171450" y="270986"/>
                    <a:pt x="171450" y="276225"/>
                  </a:cubicBezTo>
                  <a:cubicBezTo>
                    <a:pt x="171450" y="281464"/>
                    <a:pt x="175736" y="285750"/>
                    <a:pt x="180975" y="285750"/>
                  </a:cubicBezTo>
                  <a:lnTo>
                    <a:pt x="457200" y="285750"/>
                  </a:lnTo>
                  <a:cubicBezTo>
                    <a:pt x="478250" y="285750"/>
                    <a:pt x="495300" y="268700"/>
                    <a:pt x="495300" y="247650"/>
                  </a:cubicBezTo>
                  <a:lnTo>
                    <a:pt x="495300" y="38100"/>
                  </a:lnTo>
                  <a:cubicBezTo>
                    <a:pt x="495300" y="17050"/>
                    <a:pt x="478250" y="0"/>
                    <a:pt x="457200" y="0"/>
                  </a:cubicBezTo>
                  <a:close/>
                  <a:moveTo>
                    <a:pt x="352425" y="38100"/>
                  </a:moveTo>
                  <a:lnTo>
                    <a:pt x="257175" y="38100"/>
                  </a:lnTo>
                  <a:cubicBezTo>
                    <a:pt x="251936" y="38100"/>
                    <a:pt x="247650" y="42386"/>
                    <a:pt x="247650" y="47625"/>
                  </a:cubicBezTo>
                  <a:cubicBezTo>
                    <a:pt x="247650" y="52864"/>
                    <a:pt x="251936" y="57150"/>
                    <a:pt x="257175" y="57150"/>
                  </a:cubicBezTo>
                  <a:lnTo>
                    <a:pt x="352425" y="57150"/>
                  </a:lnTo>
                  <a:cubicBezTo>
                    <a:pt x="357664" y="57150"/>
                    <a:pt x="361950" y="52864"/>
                    <a:pt x="361950" y="47625"/>
                  </a:cubicBezTo>
                  <a:cubicBezTo>
                    <a:pt x="361950" y="42386"/>
                    <a:pt x="357664" y="38100"/>
                    <a:pt x="352425" y="38100"/>
                  </a:cubicBezTo>
                  <a:close/>
                  <a:moveTo>
                    <a:pt x="428625" y="95250"/>
                  </a:moveTo>
                  <a:lnTo>
                    <a:pt x="314325" y="95250"/>
                  </a:lnTo>
                  <a:cubicBezTo>
                    <a:pt x="309086" y="95250"/>
                    <a:pt x="304800" y="99536"/>
                    <a:pt x="304800" y="104775"/>
                  </a:cubicBezTo>
                  <a:cubicBezTo>
                    <a:pt x="304800" y="110014"/>
                    <a:pt x="309086" y="114300"/>
                    <a:pt x="314325" y="114300"/>
                  </a:cubicBezTo>
                  <a:lnTo>
                    <a:pt x="428625" y="114300"/>
                  </a:lnTo>
                  <a:cubicBezTo>
                    <a:pt x="433864" y="114300"/>
                    <a:pt x="438150" y="110014"/>
                    <a:pt x="438150" y="104775"/>
                  </a:cubicBezTo>
                  <a:cubicBezTo>
                    <a:pt x="438150" y="99536"/>
                    <a:pt x="433864" y="95250"/>
                    <a:pt x="428625" y="95250"/>
                  </a:cubicBezTo>
                  <a:close/>
                  <a:moveTo>
                    <a:pt x="428625" y="133350"/>
                  </a:moveTo>
                  <a:lnTo>
                    <a:pt x="314325" y="133350"/>
                  </a:lnTo>
                  <a:cubicBezTo>
                    <a:pt x="309086" y="133350"/>
                    <a:pt x="304800" y="137636"/>
                    <a:pt x="304800" y="142875"/>
                  </a:cubicBezTo>
                  <a:cubicBezTo>
                    <a:pt x="304800" y="148114"/>
                    <a:pt x="309086" y="152400"/>
                    <a:pt x="314325" y="152400"/>
                  </a:cubicBezTo>
                  <a:lnTo>
                    <a:pt x="428625" y="152400"/>
                  </a:lnTo>
                  <a:cubicBezTo>
                    <a:pt x="433864" y="152400"/>
                    <a:pt x="438150" y="148114"/>
                    <a:pt x="438150" y="142875"/>
                  </a:cubicBezTo>
                  <a:cubicBezTo>
                    <a:pt x="438150" y="137636"/>
                    <a:pt x="433864" y="133350"/>
                    <a:pt x="428625" y="133350"/>
                  </a:cubicBezTo>
                  <a:close/>
                  <a:moveTo>
                    <a:pt x="428625" y="171450"/>
                  </a:moveTo>
                  <a:lnTo>
                    <a:pt x="180975" y="171450"/>
                  </a:lnTo>
                  <a:cubicBezTo>
                    <a:pt x="175736" y="171450"/>
                    <a:pt x="171450" y="175736"/>
                    <a:pt x="171450" y="180975"/>
                  </a:cubicBezTo>
                  <a:cubicBezTo>
                    <a:pt x="171450" y="186214"/>
                    <a:pt x="175736" y="190500"/>
                    <a:pt x="180975" y="190500"/>
                  </a:cubicBezTo>
                  <a:lnTo>
                    <a:pt x="428625" y="190500"/>
                  </a:lnTo>
                  <a:cubicBezTo>
                    <a:pt x="433864" y="190500"/>
                    <a:pt x="438150" y="186214"/>
                    <a:pt x="438150" y="180975"/>
                  </a:cubicBezTo>
                  <a:cubicBezTo>
                    <a:pt x="438150" y="175736"/>
                    <a:pt x="433864" y="171450"/>
                    <a:pt x="428625" y="171450"/>
                  </a:cubicBezTo>
                  <a:close/>
                  <a:moveTo>
                    <a:pt x="428625" y="209550"/>
                  </a:moveTo>
                  <a:lnTo>
                    <a:pt x="180975" y="209550"/>
                  </a:lnTo>
                  <a:cubicBezTo>
                    <a:pt x="175736" y="209550"/>
                    <a:pt x="171450" y="213836"/>
                    <a:pt x="171450" y="219075"/>
                  </a:cubicBezTo>
                  <a:cubicBezTo>
                    <a:pt x="171450" y="224314"/>
                    <a:pt x="175736" y="228600"/>
                    <a:pt x="180975" y="228600"/>
                  </a:cubicBezTo>
                  <a:lnTo>
                    <a:pt x="428625" y="228600"/>
                  </a:lnTo>
                  <a:cubicBezTo>
                    <a:pt x="433864" y="228600"/>
                    <a:pt x="438150" y="224314"/>
                    <a:pt x="438150" y="219075"/>
                  </a:cubicBezTo>
                  <a:cubicBezTo>
                    <a:pt x="438150" y="213836"/>
                    <a:pt x="433864" y="209550"/>
                    <a:pt x="428625" y="20955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60950" tIns="30450" rIns="60950" bIns="304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49" name="Google Shape;3049;p288"/>
          <p:cNvGrpSpPr/>
          <p:nvPr/>
        </p:nvGrpSpPr>
        <p:grpSpPr>
          <a:xfrm>
            <a:off x="497841" y="3911585"/>
            <a:ext cx="386100" cy="382500"/>
            <a:chOff x="497841" y="3801694"/>
            <a:chExt cx="386100" cy="382500"/>
          </a:xfrm>
        </p:grpSpPr>
        <p:sp>
          <p:nvSpPr>
            <p:cNvPr id="3050" name="Google Shape;3050;p288"/>
            <p:cNvSpPr/>
            <p:nvPr/>
          </p:nvSpPr>
          <p:spPr>
            <a:xfrm>
              <a:off x="497841" y="3801694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42" name="Google Shape;3042;p288"/>
            <p:cNvPicPr preferRelativeResize="0"/>
            <p:nvPr/>
          </p:nvPicPr>
          <p:blipFill rotWithShape="1">
            <a:blip r:embed="rId3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81782" y="3855815"/>
              <a:ext cx="208026" cy="26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1" name="Google Shape;3051;p288"/>
          <p:cNvGrpSpPr/>
          <p:nvPr/>
        </p:nvGrpSpPr>
        <p:grpSpPr>
          <a:xfrm>
            <a:off x="497841" y="1712743"/>
            <a:ext cx="386100" cy="382500"/>
            <a:chOff x="497841" y="1802325"/>
            <a:chExt cx="386100" cy="382500"/>
          </a:xfrm>
        </p:grpSpPr>
        <p:sp>
          <p:nvSpPr>
            <p:cNvPr id="3052" name="Google Shape;3052;p288"/>
            <p:cNvSpPr/>
            <p:nvPr/>
          </p:nvSpPr>
          <p:spPr>
            <a:xfrm>
              <a:off x="497841" y="1802325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3" name="Google Shape;3053;p288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16072" y="1896031"/>
              <a:ext cx="154445" cy="19305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054" name="Google Shape;3054;p288"/>
          <p:cNvGrpSpPr/>
          <p:nvPr/>
        </p:nvGrpSpPr>
        <p:grpSpPr>
          <a:xfrm>
            <a:off x="497841" y="2880095"/>
            <a:ext cx="386100" cy="382500"/>
            <a:chOff x="497841" y="3037886"/>
            <a:chExt cx="386100" cy="382500"/>
          </a:xfrm>
        </p:grpSpPr>
        <p:sp>
          <p:nvSpPr>
            <p:cNvPr id="3055" name="Google Shape;3055;p288"/>
            <p:cNvSpPr/>
            <p:nvPr/>
          </p:nvSpPr>
          <p:spPr>
            <a:xfrm>
              <a:off x="497841" y="3037886"/>
              <a:ext cx="386100" cy="382500"/>
            </a:xfrm>
            <a:prstGeom prst="ellipse">
              <a:avLst/>
            </a:prstGeom>
            <a:solidFill>
              <a:srgbClr val="529AC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22"/>
                <a:buFont typeface="Arial"/>
                <a:buNone/>
              </a:pPr>
              <a:endParaRPr sz="6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056" name="Google Shape;3056;p288"/>
            <p:cNvPicPr preferRelativeResize="0"/>
            <p:nvPr/>
          </p:nvPicPr>
          <p:blipFill rotWithShape="1">
            <a:blip r:embed="rId5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65906" y="3108341"/>
              <a:ext cx="235296" cy="24064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737;p54">
            <a:extLst>
              <a:ext uri="{FF2B5EF4-FFF2-40B4-BE49-F238E27FC236}">
                <a16:creationId xmlns:a16="http://schemas.microsoft.com/office/drawing/2014/main" id="{1381327C-9063-1B78-C23F-88A723E2EA52}"/>
              </a:ext>
            </a:extLst>
          </p:cNvPr>
          <p:cNvSpPr/>
          <p:nvPr/>
        </p:nvSpPr>
        <p:spPr>
          <a:xfrm>
            <a:off x="0" y="4896799"/>
            <a:ext cx="12192000" cy="493059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3022;p287">
            <a:extLst>
              <a:ext uri="{FF2B5EF4-FFF2-40B4-BE49-F238E27FC236}">
                <a16:creationId xmlns:a16="http://schemas.microsoft.com/office/drawing/2014/main" id="{D1EECD89-558C-99B5-5104-296399D64FA6}"/>
              </a:ext>
            </a:extLst>
          </p:cNvPr>
          <p:cNvSpPr/>
          <p:nvPr/>
        </p:nvSpPr>
        <p:spPr>
          <a:xfrm>
            <a:off x="0" y="785592"/>
            <a:ext cx="12192000" cy="493200"/>
          </a:xfrm>
          <a:prstGeom prst="rect">
            <a:avLst/>
          </a:prstGeom>
          <a:solidFill>
            <a:srgbClr val="28566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2"/>
              <a:buFont typeface="Arial"/>
              <a:buNone/>
            </a:pPr>
            <a:endParaRPr sz="622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982;p285">
            <a:extLst>
              <a:ext uri="{FF2B5EF4-FFF2-40B4-BE49-F238E27FC236}">
                <a16:creationId xmlns:a16="http://schemas.microsoft.com/office/drawing/2014/main" id="{B05D8979-7D4E-3FAA-5F44-E6147B34656E}"/>
              </a:ext>
            </a:extLst>
          </p:cNvPr>
          <p:cNvCxnSpPr>
            <a:cxnSpLocks/>
          </p:cNvCxnSpPr>
          <p:nvPr/>
        </p:nvCxnSpPr>
        <p:spPr>
          <a:xfrm flipV="1">
            <a:off x="690895" y="970961"/>
            <a:ext cx="0" cy="373301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" name="Google Shape;1739;p54">
            <a:extLst>
              <a:ext uri="{FF2B5EF4-FFF2-40B4-BE49-F238E27FC236}">
                <a16:creationId xmlns:a16="http://schemas.microsoft.com/office/drawing/2014/main" id="{B78F11A6-9635-D2D7-289D-5C1876EEC0F1}"/>
              </a:ext>
            </a:extLst>
          </p:cNvPr>
          <p:cNvCxnSpPr>
            <a:cxnSpLocks/>
          </p:cNvCxnSpPr>
          <p:nvPr/>
        </p:nvCxnSpPr>
        <p:spPr>
          <a:xfrm flipV="1">
            <a:off x="683554" y="5182300"/>
            <a:ext cx="0" cy="153901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CCBF5934-41A9-0D0B-AE9F-AF183D8BF2F9}"/>
              </a:ext>
            </a:extLst>
          </p:cNvPr>
          <p:cNvSpPr txBox="1"/>
          <p:nvPr/>
        </p:nvSpPr>
        <p:spPr>
          <a:xfrm>
            <a:off x="970280" y="795100"/>
            <a:ext cx="5923280" cy="482898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60950" tIns="30467" rIns="60950" bIns="30467" rtlCol="0" anchor="t" anchorCtr="0">
            <a:noAutofit/>
          </a:bodyPr>
          <a:lstStyle/>
          <a:p>
            <a:pPr algn="l"/>
            <a:r>
              <a:rPr lang="pt-BR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Slide 21</a:t>
            </a:r>
            <a:endParaRPr lang="pt-BR" sz="3200" b="1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7" name="Oval 8">
            <a:extLst>
              <a:ext uri="{FF2B5EF4-FFF2-40B4-BE49-F238E27FC236}">
                <a16:creationId xmlns:a16="http://schemas.microsoft.com/office/drawing/2014/main" id="{541EAB43-31FA-BED1-AE78-2FF4DECFA043}"/>
              </a:ext>
            </a:extLst>
          </p:cNvPr>
          <p:cNvSpPr/>
          <p:nvPr/>
        </p:nvSpPr>
        <p:spPr>
          <a:xfrm>
            <a:off x="497841" y="4027575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CC42260-0044-E9A3-B64D-FEF4F7AC62A3}"/>
              </a:ext>
            </a:extLst>
          </p:cNvPr>
          <p:cNvSpPr/>
          <p:nvPr/>
        </p:nvSpPr>
        <p:spPr>
          <a:xfrm>
            <a:off x="497841" y="3121158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9" name="Oval 10">
            <a:extLst>
              <a:ext uri="{FF2B5EF4-FFF2-40B4-BE49-F238E27FC236}">
                <a16:creationId xmlns:a16="http://schemas.microsoft.com/office/drawing/2014/main" id="{38F29F4C-04EE-3769-1762-3AF343C2F1F8}"/>
              </a:ext>
            </a:extLst>
          </p:cNvPr>
          <p:cNvSpPr/>
          <p:nvPr/>
        </p:nvSpPr>
        <p:spPr>
          <a:xfrm>
            <a:off x="497841" y="2367593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0" name="Oval 11">
            <a:extLst>
              <a:ext uri="{FF2B5EF4-FFF2-40B4-BE49-F238E27FC236}">
                <a16:creationId xmlns:a16="http://schemas.microsoft.com/office/drawing/2014/main" id="{6234458F-697B-C034-9F26-ADB149FD56A9}"/>
              </a:ext>
            </a:extLst>
          </p:cNvPr>
          <p:cNvSpPr/>
          <p:nvPr/>
        </p:nvSpPr>
        <p:spPr>
          <a:xfrm>
            <a:off x="497841" y="1890557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1" name="Oval 12">
            <a:extLst>
              <a:ext uri="{FF2B5EF4-FFF2-40B4-BE49-F238E27FC236}">
                <a16:creationId xmlns:a16="http://schemas.microsoft.com/office/drawing/2014/main" id="{837F79DC-D1DC-B322-94B0-BC032BADF6B1}"/>
              </a:ext>
            </a:extLst>
          </p:cNvPr>
          <p:cNvSpPr/>
          <p:nvPr/>
        </p:nvSpPr>
        <p:spPr>
          <a:xfrm>
            <a:off x="497841" y="1330244"/>
            <a:ext cx="386079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622"/>
          </a:p>
        </p:txBody>
      </p:sp>
      <p:sp>
        <p:nvSpPr>
          <p:cNvPr id="12" name="Google Shape;2216;p100">
            <a:extLst>
              <a:ext uri="{FF2B5EF4-FFF2-40B4-BE49-F238E27FC236}">
                <a16:creationId xmlns:a16="http://schemas.microsoft.com/office/drawing/2014/main" id="{484EDDCA-80D8-2480-5EB8-D849912F9AF3}"/>
              </a:ext>
            </a:extLst>
          </p:cNvPr>
          <p:cNvSpPr/>
          <p:nvPr/>
        </p:nvSpPr>
        <p:spPr>
          <a:xfrm>
            <a:off x="569897" y="1428799"/>
            <a:ext cx="237235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8811D7D6-5E56-ED1B-6F38-E722D9E8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4865" y="1986676"/>
            <a:ext cx="156858" cy="188229"/>
          </a:xfrm>
          <a:prstGeom prst="rect">
            <a:avLst/>
          </a:prstGeom>
        </p:spPr>
      </p:pic>
      <p:sp>
        <p:nvSpPr>
          <p:cNvPr id="14" name="Google Shape;2223;p100">
            <a:extLst>
              <a:ext uri="{FF2B5EF4-FFF2-40B4-BE49-F238E27FC236}">
                <a16:creationId xmlns:a16="http://schemas.microsoft.com/office/drawing/2014/main" id="{91AB36CE-0A6D-1F84-F6B5-2D946F824E5D}"/>
              </a:ext>
            </a:extLst>
          </p:cNvPr>
          <p:cNvSpPr>
            <a:spLocks/>
          </p:cNvSpPr>
          <p:nvPr/>
        </p:nvSpPr>
        <p:spPr>
          <a:xfrm>
            <a:off x="566852" y="2446023"/>
            <a:ext cx="245745" cy="226842"/>
          </a:xfrm>
          <a:custGeom>
            <a:avLst/>
            <a:gdLst/>
            <a:ahLst/>
            <a:cxnLst/>
            <a:rect l="l" t="t" r="r" b="b"/>
            <a:pathLst>
              <a:path w="495300" h="457200" extrusionOk="0">
                <a:moveTo>
                  <a:pt x="116396" y="388525"/>
                </a:moveTo>
                <a:cubicBezTo>
                  <a:pt x="126682" y="379762"/>
                  <a:pt x="133350" y="366903"/>
                  <a:pt x="133350" y="352425"/>
                </a:cubicBezTo>
                <a:cubicBezTo>
                  <a:pt x="133350" y="326136"/>
                  <a:pt x="112014" y="304800"/>
                  <a:pt x="85725" y="304800"/>
                </a:cubicBezTo>
                <a:cubicBezTo>
                  <a:pt x="59436" y="304800"/>
                  <a:pt x="38100" y="326136"/>
                  <a:pt x="38100" y="352425"/>
                </a:cubicBezTo>
                <a:cubicBezTo>
                  <a:pt x="38100" y="366903"/>
                  <a:pt x="44767" y="379762"/>
                  <a:pt x="55054" y="388525"/>
                </a:cubicBezTo>
                <a:cubicBezTo>
                  <a:pt x="33718" y="399669"/>
                  <a:pt x="19050" y="421958"/>
                  <a:pt x="19050" y="447675"/>
                </a:cubicBezTo>
                <a:cubicBezTo>
                  <a:pt x="19050" y="452914"/>
                  <a:pt x="23336" y="457200"/>
                  <a:pt x="28575" y="457200"/>
                </a:cubicBezTo>
                <a:cubicBezTo>
                  <a:pt x="33814" y="457200"/>
                  <a:pt x="38100" y="452914"/>
                  <a:pt x="38100" y="447675"/>
                </a:cubicBezTo>
                <a:cubicBezTo>
                  <a:pt x="38100" y="421386"/>
                  <a:pt x="59436" y="400050"/>
                  <a:pt x="85725" y="400050"/>
                </a:cubicBezTo>
                <a:cubicBezTo>
                  <a:pt x="112014" y="400050"/>
                  <a:pt x="133350" y="421386"/>
                  <a:pt x="133350" y="447675"/>
                </a:cubicBezTo>
                <a:cubicBezTo>
                  <a:pt x="133350" y="452914"/>
                  <a:pt x="137636" y="457200"/>
                  <a:pt x="142875" y="457200"/>
                </a:cubicBezTo>
                <a:cubicBezTo>
                  <a:pt x="148114" y="457200"/>
                  <a:pt x="152400" y="452914"/>
                  <a:pt x="152400" y="447675"/>
                </a:cubicBezTo>
                <a:cubicBezTo>
                  <a:pt x="152400" y="421958"/>
                  <a:pt x="137731" y="399669"/>
                  <a:pt x="116396" y="388525"/>
                </a:cubicBezTo>
                <a:close/>
                <a:moveTo>
                  <a:pt x="85725" y="381000"/>
                </a:moveTo>
                <a:cubicBezTo>
                  <a:pt x="70009" y="381000"/>
                  <a:pt x="57150" y="368141"/>
                  <a:pt x="57150" y="352425"/>
                </a:cubicBezTo>
                <a:cubicBezTo>
                  <a:pt x="57150" y="336709"/>
                  <a:pt x="70009" y="323850"/>
                  <a:pt x="85725" y="323850"/>
                </a:cubicBezTo>
                <a:cubicBezTo>
                  <a:pt x="101441" y="323850"/>
                  <a:pt x="114300" y="336709"/>
                  <a:pt x="114300" y="352425"/>
                </a:cubicBezTo>
                <a:cubicBezTo>
                  <a:pt x="114300" y="368141"/>
                  <a:pt x="101441" y="381000"/>
                  <a:pt x="85725" y="381000"/>
                </a:cubicBezTo>
                <a:close/>
                <a:moveTo>
                  <a:pt x="278321" y="388525"/>
                </a:moveTo>
                <a:cubicBezTo>
                  <a:pt x="288607" y="379762"/>
                  <a:pt x="295275" y="366903"/>
                  <a:pt x="295275" y="352425"/>
                </a:cubicBezTo>
                <a:cubicBezTo>
                  <a:pt x="295275" y="326136"/>
                  <a:pt x="273939" y="304800"/>
                  <a:pt x="247650" y="304800"/>
                </a:cubicBezTo>
                <a:cubicBezTo>
                  <a:pt x="221361" y="304800"/>
                  <a:pt x="200025" y="326136"/>
                  <a:pt x="200025" y="352425"/>
                </a:cubicBezTo>
                <a:cubicBezTo>
                  <a:pt x="200025" y="366903"/>
                  <a:pt x="206693" y="379762"/>
                  <a:pt x="216979" y="388525"/>
                </a:cubicBezTo>
                <a:cubicBezTo>
                  <a:pt x="195644" y="399669"/>
                  <a:pt x="180975" y="421958"/>
                  <a:pt x="180975" y="447675"/>
                </a:cubicBezTo>
                <a:cubicBezTo>
                  <a:pt x="180975" y="452914"/>
                  <a:pt x="185261" y="457200"/>
                  <a:pt x="190500" y="457200"/>
                </a:cubicBezTo>
                <a:cubicBezTo>
                  <a:pt x="195739" y="457200"/>
                  <a:pt x="200025" y="452914"/>
                  <a:pt x="200025" y="447675"/>
                </a:cubicBezTo>
                <a:cubicBezTo>
                  <a:pt x="200025" y="421386"/>
                  <a:pt x="221361" y="400050"/>
                  <a:pt x="247650" y="400050"/>
                </a:cubicBezTo>
                <a:cubicBezTo>
                  <a:pt x="273939" y="400050"/>
                  <a:pt x="295275" y="421386"/>
                  <a:pt x="295275" y="447675"/>
                </a:cubicBezTo>
                <a:cubicBezTo>
                  <a:pt x="295275" y="452914"/>
                  <a:pt x="299561" y="457200"/>
                  <a:pt x="304800" y="457200"/>
                </a:cubicBezTo>
                <a:cubicBezTo>
                  <a:pt x="310039" y="457200"/>
                  <a:pt x="314325" y="452914"/>
                  <a:pt x="314325" y="447675"/>
                </a:cubicBezTo>
                <a:cubicBezTo>
                  <a:pt x="314325" y="421958"/>
                  <a:pt x="299656" y="399669"/>
                  <a:pt x="278321" y="388525"/>
                </a:cubicBezTo>
                <a:close/>
                <a:moveTo>
                  <a:pt x="247650" y="381000"/>
                </a:moveTo>
                <a:cubicBezTo>
                  <a:pt x="231934" y="381000"/>
                  <a:pt x="219075" y="368141"/>
                  <a:pt x="219075" y="352425"/>
                </a:cubicBezTo>
                <a:cubicBezTo>
                  <a:pt x="219075" y="336709"/>
                  <a:pt x="231934" y="323850"/>
                  <a:pt x="247650" y="323850"/>
                </a:cubicBezTo>
                <a:cubicBezTo>
                  <a:pt x="263366" y="323850"/>
                  <a:pt x="276225" y="336709"/>
                  <a:pt x="276225" y="352425"/>
                </a:cubicBezTo>
                <a:cubicBezTo>
                  <a:pt x="276225" y="368141"/>
                  <a:pt x="263366" y="381000"/>
                  <a:pt x="247650" y="381000"/>
                </a:cubicBezTo>
                <a:close/>
                <a:moveTo>
                  <a:pt x="440246" y="388525"/>
                </a:moveTo>
                <a:cubicBezTo>
                  <a:pt x="450532" y="379762"/>
                  <a:pt x="457200" y="366903"/>
                  <a:pt x="457200" y="352425"/>
                </a:cubicBezTo>
                <a:cubicBezTo>
                  <a:pt x="457200" y="326136"/>
                  <a:pt x="435864" y="304800"/>
                  <a:pt x="409575" y="304800"/>
                </a:cubicBezTo>
                <a:cubicBezTo>
                  <a:pt x="383286" y="304800"/>
                  <a:pt x="361950" y="326136"/>
                  <a:pt x="361950" y="352425"/>
                </a:cubicBezTo>
                <a:cubicBezTo>
                  <a:pt x="361950" y="366903"/>
                  <a:pt x="368618" y="379762"/>
                  <a:pt x="378905" y="388525"/>
                </a:cubicBezTo>
                <a:cubicBezTo>
                  <a:pt x="357569" y="399669"/>
                  <a:pt x="342900" y="421958"/>
                  <a:pt x="342900" y="447675"/>
                </a:cubicBezTo>
                <a:cubicBezTo>
                  <a:pt x="342900" y="452914"/>
                  <a:pt x="347186" y="457200"/>
                  <a:pt x="352425" y="457200"/>
                </a:cubicBezTo>
                <a:cubicBezTo>
                  <a:pt x="357664" y="457200"/>
                  <a:pt x="361950" y="452914"/>
                  <a:pt x="361950" y="447675"/>
                </a:cubicBezTo>
                <a:cubicBezTo>
                  <a:pt x="361950" y="421386"/>
                  <a:pt x="383286" y="400050"/>
                  <a:pt x="409575" y="400050"/>
                </a:cubicBezTo>
                <a:cubicBezTo>
                  <a:pt x="435864" y="400050"/>
                  <a:pt x="457200" y="421386"/>
                  <a:pt x="457200" y="447675"/>
                </a:cubicBezTo>
                <a:cubicBezTo>
                  <a:pt x="457200" y="452914"/>
                  <a:pt x="461486" y="457200"/>
                  <a:pt x="466725" y="457200"/>
                </a:cubicBezTo>
                <a:cubicBezTo>
                  <a:pt x="471964" y="457200"/>
                  <a:pt x="476250" y="452914"/>
                  <a:pt x="476250" y="447675"/>
                </a:cubicBezTo>
                <a:cubicBezTo>
                  <a:pt x="476250" y="421958"/>
                  <a:pt x="461581" y="399669"/>
                  <a:pt x="440246" y="388525"/>
                </a:cubicBezTo>
                <a:close/>
                <a:moveTo>
                  <a:pt x="409575" y="381000"/>
                </a:moveTo>
                <a:cubicBezTo>
                  <a:pt x="393859" y="381000"/>
                  <a:pt x="381000" y="368141"/>
                  <a:pt x="381000" y="352425"/>
                </a:cubicBezTo>
                <a:cubicBezTo>
                  <a:pt x="381000" y="336709"/>
                  <a:pt x="393859" y="323850"/>
                  <a:pt x="409575" y="323850"/>
                </a:cubicBezTo>
                <a:cubicBezTo>
                  <a:pt x="425291" y="323850"/>
                  <a:pt x="438150" y="336709"/>
                  <a:pt x="438150" y="352425"/>
                </a:cubicBezTo>
                <a:cubicBezTo>
                  <a:pt x="438150" y="368141"/>
                  <a:pt x="425291" y="381000"/>
                  <a:pt x="409575" y="381000"/>
                </a:cubicBezTo>
                <a:close/>
                <a:moveTo>
                  <a:pt x="285750" y="123825"/>
                </a:moveTo>
                <a:cubicBezTo>
                  <a:pt x="285750" y="108109"/>
                  <a:pt x="272891" y="95250"/>
                  <a:pt x="257175" y="95250"/>
                </a:cubicBezTo>
                <a:lnTo>
                  <a:pt x="125254" y="95250"/>
                </a:lnTo>
                <a:cubicBezTo>
                  <a:pt x="138779" y="85725"/>
                  <a:pt x="147638" y="70104"/>
                  <a:pt x="147638" y="52388"/>
                </a:cubicBezTo>
                <a:cubicBezTo>
                  <a:pt x="147638" y="23527"/>
                  <a:pt x="124111" y="0"/>
                  <a:pt x="95250" y="0"/>
                </a:cubicBezTo>
                <a:cubicBezTo>
                  <a:pt x="66389" y="0"/>
                  <a:pt x="42863" y="23527"/>
                  <a:pt x="42863" y="52388"/>
                </a:cubicBezTo>
                <a:cubicBezTo>
                  <a:pt x="42863" y="71628"/>
                  <a:pt x="53340" y="88392"/>
                  <a:pt x="68771" y="97536"/>
                </a:cubicBezTo>
                <a:cubicBezTo>
                  <a:pt x="27242" y="104775"/>
                  <a:pt x="0" y="129254"/>
                  <a:pt x="0" y="161925"/>
                </a:cubicBezTo>
                <a:lnTo>
                  <a:pt x="0" y="238125"/>
                </a:lnTo>
                <a:cubicBezTo>
                  <a:pt x="0" y="264414"/>
                  <a:pt x="21336" y="285750"/>
                  <a:pt x="47625" y="285750"/>
                </a:cubicBezTo>
                <a:cubicBezTo>
                  <a:pt x="52864" y="285750"/>
                  <a:pt x="57150" y="281464"/>
                  <a:pt x="57150" y="276225"/>
                </a:cubicBezTo>
                <a:lnTo>
                  <a:pt x="57150" y="171450"/>
                </a:lnTo>
                <a:cubicBezTo>
                  <a:pt x="57150" y="166211"/>
                  <a:pt x="52864" y="161925"/>
                  <a:pt x="47625" y="161925"/>
                </a:cubicBezTo>
                <a:cubicBezTo>
                  <a:pt x="42386" y="161925"/>
                  <a:pt x="38100" y="166211"/>
                  <a:pt x="38100" y="171450"/>
                </a:cubicBezTo>
                <a:lnTo>
                  <a:pt x="38100" y="265081"/>
                </a:lnTo>
                <a:cubicBezTo>
                  <a:pt x="27051" y="261176"/>
                  <a:pt x="19050" y="250603"/>
                  <a:pt x="19050" y="238125"/>
                </a:cubicBezTo>
                <a:lnTo>
                  <a:pt x="19050" y="161925"/>
                </a:lnTo>
                <a:cubicBezTo>
                  <a:pt x="19050" y="129159"/>
                  <a:pt x="58579" y="114300"/>
                  <a:pt x="95250" y="114300"/>
                </a:cubicBezTo>
                <a:lnTo>
                  <a:pt x="257175" y="114300"/>
                </a:lnTo>
                <a:cubicBezTo>
                  <a:pt x="262414" y="114300"/>
                  <a:pt x="266700" y="118586"/>
                  <a:pt x="266700" y="123825"/>
                </a:cubicBezTo>
                <a:cubicBezTo>
                  <a:pt x="266700" y="129064"/>
                  <a:pt x="262414" y="133350"/>
                  <a:pt x="257175" y="133350"/>
                </a:cubicBezTo>
                <a:lnTo>
                  <a:pt x="161925" y="133350"/>
                </a:lnTo>
                <a:cubicBezTo>
                  <a:pt x="146209" y="133350"/>
                  <a:pt x="133350" y="146209"/>
                  <a:pt x="133350" y="161925"/>
                </a:cubicBezTo>
                <a:lnTo>
                  <a:pt x="133350" y="295275"/>
                </a:lnTo>
                <a:cubicBezTo>
                  <a:pt x="133350" y="300514"/>
                  <a:pt x="137636" y="304800"/>
                  <a:pt x="142875" y="304800"/>
                </a:cubicBezTo>
                <a:cubicBezTo>
                  <a:pt x="148114" y="304800"/>
                  <a:pt x="152400" y="300514"/>
                  <a:pt x="152400" y="295275"/>
                </a:cubicBezTo>
                <a:lnTo>
                  <a:pt x="152400" y="161925"/>
                </a:lnTo>
                <a:cubicBezTo>
                  <a:pt x="152400" y="156686"/>
                  <a:pt x="156686" y="152400"/>
                  <a:pt x="161925" y="152400"/>
                </a:cubicBezTo>
                <a:lnTo>
                  <a:pt x="257175" y="152400"/>
                </a:lnTo>
                <a:cubicBezTo>
                  <a:pt x="272891" y="152400"/>
                  <a:pt x="285750" y="139541"/>
                  <a:pt x="285750" y="123825"/>
                </a:cubicBezTo>
                <a:close/>
                <a:moveTo>
                  <a:pt x="95250" y="85725"/>
                </a:moveTo>
                <a:cubicBezTo>
                  <a:pt x="76867" y="85725"/>
                  <a:pt x="61913" y="70771"/>
                  <a:pt x="61913" y="52388"/>
                </a:cubicBezTo>
                <a:cubicBezTo>
                  <a:pt x="61913" y="34004"/>
                  <a:pt x="76867" y="19050"/>
                  <a:pt x="95250" y="19050"/>
                </a:cubicBezTo>
                <a:cubicBezTo>
                  <a:pt x="113633" y="19050"/>
                  <a:pt x="128588" y="34004"/>
                  <a:pt x="128588" y="52388"/>
                </a:cubicBezTo>
                <a:cubicBezTo>
                  <a:pt x="128588" y="70771"/>
                  <a:pt x="113633" y="85725"/>
                  <a:pt x="95250" y="85725"/>
                </a:cubicBezTo>
                <a:close/>
                <a:moveTo>
                  <a:pt x="457200" y="0"/>
                </a:moveTo>
                <a:lnTo>
                  <a:pt x="171450" y="0"/>
                </a:lnTo>
                <a:cubicBezTo>
                  <a:pt x="166211" y="0"/>
                  <a:pt x="161925" y="4286"/>
                  <a:pt x="161925" y="9525"/>
                </a:cubicBezTo>
                <a:cubicBezTo>
                  <a:pt x="161925" y="14764"/>
                  <a:pt x="166211" y="19050"/>
                  <a:pt x="17145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47650"/>
                </a:lnTo>
                <a:cubicBezTo>
                  <a:pt x="476250" y="258128"/>
                  <a:pt x="467678" y="266700"/>
                  <a:pt x="457200" y="266700"/>
                </a:cubicBezTo>
                <a:lnTo>
                  <a:pt x="180975" y="266700"/>
                </a:lnTo>
                <a:cubicBezTo>
                  <a:pt x="175736" y="266700"/>
                  <a:pt x="171450" y="270986"/>
                  <a:pt x="171450" y="276225"/>
                </a:cubicBezTo>
                <a:cubicBezTo>
                  <a:pt x="171450" y="281464"/>
                  <a:pt x="175736" y="285750"/>
                  <a:pt x="180975" y="285750"/>
                </a:cubicBezTo>
                <a:lnTo>
                  <a:pt x="457200" y="285750"/>
                </a:lnTo>
                <a:cubicBezTo>
                  <a:pt x="478250" y="285750"/>
                  <a:pt x="495300" y="268700"/>
                  <a:pt x="495300" y="2476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352425" y="38100"/>
                </a:moveTo>
                <a:lnTo>
                  <a:pt x="257175" y="38100"/>
                </a:lnTo>
                <a:cubicBezTo>
                  <a:pt x="251936" y="38100"/>
                  <a:pt x="247650" y="42386"/>
                  <a:pt x="247650" y="47625"/>
                </a:cubicBezTo>
                <a:cubicBezTo>
                  <a:pt x="247650" y="52864"/>
                  <a:pt x="251936" y="57150"/>
                  <a:pt x="257175" y="57150"/>
                </a:cubicBezTo>
                <a:lnTo>
                  <a:pt x="352425" y="57150"/>
                </a:lnTo>
                <a:cubicBezTo>
                  <a:pt x="357664" y="57150"/>
                  <a:pt x="361950" y="52864"/>
                  <a:pt x="361950" y="47625"/>
                </a:cubicBezTo>
                <a:cubicBezTo>
                  <a:pt x="361950" y="42386"/>
                  <a:pt x="357664" y="38100"/>
                  <a:pt x="352425" y="38100"/>
                </a:cubicBezTo>
                <a:close/>
                <a:moveTo>
                  <a:pt x="428625" y="95250"/>
                </a:moveTo>
                <a:lnTo>
                  <a:pt x="314325" y="95250"/>
                </a:lnTo>
                <a:cubicBezTo>
                  <a:pt x="309086" y="95250"/>
                  <a:pt x="304800" y="99536"/>
                  <a:pt x="304800" y="104775"/>
                </a:cubicBezTo>
                <a:cubicBezTo>
                  <a:pt x="304800" y="110014"/>
                  <a:pt x="309086" y="114300"/>
                  <a:pt x="314325" y="114300"/>
                </a:cubicBezTo>
                <a:lnTo>
                  <a:pt x="428625" y="114300"/>
                </a:lnTo>
                <a:cubicBezTo>
                  <a:pt x="433864" y="114300"/>
                  <a:pt x="438150" y="110014"/>
                  <a:pt x="438150" y="104775"/>
                </a:cubicBezTo>
                <a:cubicBezTo>
                  <a:pt x="438150" y="99536"/>
                  <a:pt x="433864" y="95250"/>
                  <a:pt x="428625" y="95250"/>
                </a:cubicBezTo>
                <a:close/>
                <a:moveTo>
                  <a:pt x="428625" y="133350"/>
                </a:moveTo>
                <a:lnTo>
                  <a:pt x="314325" y="133350"/>
                </a:lnTo>
                <a:cubicBezTo>
                  <a:pt x="309086" y="133350"/>
                  <a:pt x="304800" y="137636"/>
                  <a:pt x="304800" y="142875"/>
                </a:cubicBezTo>
                <a:cubicBezTo>
                  <a:pt x="304800" y="148114"/>
                  <a:pt x="309086" y="152400"/>
                  <a:pt x="314325" y="152400"/>
                </a:cubicBezTo>
                <a:lnTo>
                  <a:pt x="428625" y="152400"/>
                </a:lnTo>
                <a:cubicBezTo>
                  <a:pt x="433864" y="152400"/>
                  <a:pt x="438150" y="148114"/>
                  <a:pt x="438150" y="142875"/>
                </a:cubicBezTo>
                <a:cubicBezTo>
                  <a:pt x="438150" y="137636"/>
                  <a:pt x="433864" y="133350"/>
                  <a:pt x="428625" y="133350"/>
                </a:cubicBezTo>
                <a:close/>
                <a:moveTo>
                  <a:pt x="428625" y="171450"/>
                </a:moveTo>
                <a:lnTo>
                  <a:pt x="180975" y="171450"/>
                </a:lnTo>
                <a:cubicBezTo>
                  <a:pt x="175736" y="171450"/>
                  <a:pt x="171450" y="175736"/>
                  <a:pt x="171450" y="180975"/>
                </a:cubicBezTo>
                <a:cubicBezTo>
                  <a:pt x="171450" y="186214"/>
                  <a:pt x="175736" y="190500"/>
                  <a:pt x="180975" y="190500"/>
                </a:cubicBezTo>
                <a:lnTo>
                  <a:pt x="428625" y="190500"/>
                </a:lnTo>
                <a:cubicBezTo>
                  <a:pt x="433864" y="190500"/>
                  <a:pt x="438150" y="186214"/>
                  <a:pt x="438150" y="180975"/>
                </a:cubicBezTo>
                <a:cubicBezTo>
                  <a:pt x="438150" y="175736"/>
                  <a:pt x="433864" y="171450"/>
                  <a:pt x="428625" y="171450"/>
                </a:cubicBezTo>
                <a:close/>
                <a:moveTo>
                  <a:pt x="428625" y="209550"/>
                </a:moveTo>
                <a:lnTo>
                  <a:pt x="180975" y="209550"/>
                </a:lnTo>
                <a:cubicBezTo>
                  <a:pt x="175736" y="209550"/>
                  <a:pt x="171450" y="213836"/>
                  <a:pt x="171450" y="219075"/>
                </a:cubicBezTo>
                <a:cubicBezTo>
                  <a:pt x="171450" y="224314"/>
                  <a:pt x="175736" y="228600"/>
                  <a:pt x="180975" y="228600"/>
                </a:cubicBezTo>
                <a:lnTo>
                  <a:pt x="428625" y="228600"/>
                </a:lnTo>
                <a:cubicBezTo>
                  <a:pt x="433864" y="228600"/>
                  <a:pt x="438150" y="224314"/>
                  <a:pt x="438150" y="219075"/>
                </a:cubicBezTo>
                <a:cubicBezTo>
                  <a:pt x="438150" y="213836"/>
                  <a:pt x="433864" y="209550"/>
                  <a:pt x="428625" y="20955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60950" tIns="30467" rIns="60950" bIns="30467" anchor="ctr" anchorCtr="0">
            <a:noAutofit/>
          </a:bodyPr>
          <a:lstStyle/>
          <a:p>
            <a:pPr>
              <a:buSzPts val="1800"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F3945891-767A-7B18-9B49-EE263D0A49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5906" y="3191613"/>
            <a:ext cx="235296" cy="24064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8EEE966C-613A-37E6-B5AE-5110F1ADA0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1782" y="4081695"/>
            <a:ext cx="208026" cy="266700"/>
          </a:xfrm>
          <a:prstGeom prst="rect">
            <a:avLst/>
          </a:prstGeom>
        </p:spPr>
      </p:pic>
      <p:sp>
        <p:nvSpPr>
          <p:cNvPr id="17" name="CaixaDeTexto 3">
            <a:extLst>
              <a:ext uri="{FF2B5EF4-FFF2-40B4-BE49-F238E27FC236}">
                <a16:creationId xmlns:a16="http://schemas.microsoft.com/office/drawing/2014/main" id="{A98B4930-1249-FA4C-31DB-16D940173436}"/>
              </a:ext>
            </a:extLst>
          </p:cNvPr>
          <p:cNvSpPr txBox="1"/>
          <p:nvPr/>
        </p:nvSpPr>
        <p:spPr>
          <a:xfrm>
            <a:off x="970280" y="1364950"/>
            <a:ext cx="10876724" cy="2985433"/>
          </a:xfrm>
          <a:prstGeom prst="rect">
            <a:avLst/>
          </a:prstGeom>
          <a:noFill/>
          <a:ln>
            <a:noFill/>
          </a:ln>
        </p:spPr>
        <p:txBody>
          <a:bodyPr wrap="square" lIns="60960" tIns="30480" rIns="60960" bIns="3048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Orientações: </a:t>
            </a:r>
          </a:p>
          <a:p>
            <a:pPr lvl="0">
              <a:buSzPts val="1000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 seção </a:t>
            </a: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nós aprendemos hoje?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tem o objetivo de reforçar e esclarecer os principais conceitos discutidos, incentivando os estudantes a recordarem e articularem os principais pontos da aula.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Tempo previsto: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2 minutos. 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Gestão de sala de aula: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mantenha um tom positivo e construtivo, reforçando o aprendizado;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seja direto e objetivo nas explicações para manter a atividade dentro do tempo estipulado;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engaje os estudantes rapidamente, pedindo confirmações ou reações breves às definições apresentadas.</a:t>
            </a: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 lvl="0"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Condução da dinâmica:</a:t>
            </a: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explique aos estudantes que esse é um momento de reflexão e esclarecimento sobre os conceitos abordados na aula;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informe que será feita uma rápida revisão para assegurar o entendimento correto das definições e dos conceitos;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marL="171450" lvl="0" indent="-171450">
              <a:buSzPts val="1000"/>
              <a:buFont typeface="Arial" panose="020B0604020202020204" pitchFamily="34" charset="0"/>
              <a:buChar char="•"/>
            </a:pP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apresente o slide com os principais tópicos da aula. Retome rapidamente os conceitos representados no esquema, reiterando a importância de cada um deles e como ele se encaixa no contexto maior da aula e na vida profissional.</a:t>
            </a:r>
            <a:endParaRPr lang="pt-BR" sz="1000" dirty="0">
              <a:latin typeface="Poppins"/>
              <a:ea typeface="Poppins"/>
              <a:cs typeface="Poppins"/>
            </a:endParaRPr>
          </a:p>
          <a:p>
            <a:pPr lvl="0">
              <a:buSzPts val="1000"/>
            </a:pPr>
            <a:endParaRPr lang="pt-BR" sz="1000" b="1" dirty="0">
              <a:latin typeface="Poppins"/>
              <a:ea typeface="Poppins"/>
              <a:cs typeface="Poppins"/>
              <a:sym typeface="Poppins"/>
            </a:endParaRPr>
          </a:p>
          <a:p>
            <a:pPr>
              <a:buSzPts val="1000"/>
            </a:pPr>
            <a:r>
              <a:rPr lang="pt-BR" sz="1000" b="1" dirty="0">
                <a:latin typeface="Poppins"/>
                <a:ea typeface="Poppins"/>
                <a:cs typeface="Poppins"/>
                <a:sym typeface="Poppins"/>
              </a:rPr>
              <a:t>O que é esperado: </a:t>
            </a:r>
            <a:r>
              <a:rPr lang="pt-BR" sz="1000" dirty="0">
                <a:latin typeface="Poppins"/>
                <a:ea typeface="Poppins"/>
                <a:cs typeface="Poppins"/>
                <a:sym typeface="Poppins"/>
              </a:rPr>
              <a:t>os estudantes devem sair da aula com um entendimento claro e preciso dos conceitos principais. </a:t>
            </a:r>
          </a:p>
        </p:txBody>
      </p:sp>
      <p:sp>
        <p:nvSpPr>
          <p:cNvPr id="18" name="Google Shape;1740;p54">
            <a:extLst>
              <a:ext uri="{FF2B5EF4-FFF2-40B4-BE49-F238E27FC236}">
                <a16:creationId xmlns:a16="http://schemas.microsoft.com/office/drawing/2014/main" id="{50B90C59-80FA-4DFF-1081-58AD1D39FD12}"/>
              </a:ext>
            </a:extLst>
          </p:cNvPr>
          <p:cNvSpPr/>
          <p:nvPr/>
        </p:nvSpPr>
        <p:spPr>
          <a:xfrm>
            <a:off x="492761" y="5472607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741;p54">
            <a:extLst>
              <a:ext uri="{FF2B5EF4-FFF2-40B4-BE49-F238E27FC236}">
                <a16:creationId xmlns:a16="http://schemas.microsoft.com/office/drawing/2014/main" id="{DAC304E4-8E47-6E4A-51C7-ACB1B0EA7716}"/>
              </a:ext>
            </a:extLst>
          </p:cNvPr>
          <p:cNvSpPr txBox="1"/>
          <p:nvPr/>
        </p:nvSpPr>
        <p:spPr>
          <a:xfrm>
            <a:off x="970280" y="4915452"/>
            <a:ext cx="5923280" cy="61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50" rIns="60950" bIns="304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Slide </a:t>
            </a:r>
            <a:r>
              <a:rPr lang="pt-BR" sz="3000" b="1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22</a:t>
            </a:r>
            <a:endParaRPr/>
          </a:p>
        </p:txBody>
      </p:sp>
      <p:sp>
        <p:nvSpPr>
          <p:cNvPr id="20" name="Google Shape;1743;p54">
            <a:extLst>
              <a:ext uri="{FF2B5EF4-FFF2-40B4-BE49-F238E27FC236}">
                <a16:creationId xmlns:a16="http://schemas.microsoft.com/office/drawing/2014/main" id="{E74E219A-D0B7-71DD-AA7B-DE3C308C88AC}"/>
              </a:ext>
            </a:extLst>
          </p:cNvPr>
          <p:cNvSpPr/>
          <p:nvPr/>
        </p:nvSpPr>
        <p:spPr>
          <a:xfrm>
            <a:off x="492761" y="6042800"/>
            <a:ext cx="386080" cy="382464"/>
          </a:xfrm>
          <a:prstGeom prst="ellipse">
            <a:avLst/>
          </a:prstGeom>
          <a:solidFill>
            <a:srgbClr val="529A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67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1749;p54">
            <a:extLst>
              <a:ext uri="{FF2B5EF4-FFF2-40B4-BE49-F238E27FC236}">
                <a16:creationId xmlns:a16="http://schemas.microsoft.com/office/drawing/2014/main" id="{3EFFD2EE-286B-7C77-E9A8-2546EB1E7BC9}"/>
              </a:ext>
            </a:extLst>
          </p:cNvPr>
          <p:cNvSpPr/>
          <p:nvPr/>
        </p:nvSpPr>
        <p:spPr>
          <a:xfrm>
            <a:off x="569898" y="5576474"/>
            <a:ext cx="237236" cy="200737"/>
          </a:xfrm>
          <a:custGeom>
            <a:avLst/>
            <a:gdLst/>
            <a:ahLst/>
            <a:cxnLst/>
            <a:rect l="l" t="t" r="r" b="b"/>
            <a:pathLst>
              <a:path w="495300" h="419100" extrusionOk="0">
                <a:moveTo>
                  <a:pt x="457200" y="0"/>
                </a:moveTo>
                <a:lnTo>
                  <a:pt x="38100" y="0"/>
                </a:lnTo>
                <a:cubicBezTo>
                  <a:pt x="17050" y="0"/>
                  <a:pt x="0" y="17050"/>
                  <a:pt x="0" y="38100"/>
                </a:cubicBezTo>
                <a:lnTo>
                  <a:pt x="0" y="323850"/>
                </a:lnTo>
                <a:cubicBezTo>
                  <a:pt x="0" y="344900"/>
                  <a:pt x="17050" y="361950"/>
                  <a:pt x="38100" y="361950"/>
                </a:cubicBezTo>
                <a:lnTo>
                  <a:pt x="188786" y="361950"/>
                </a:lnTo>
                <a:lnTo>
                  <a:pt x="182404" y="400050"/>
                </a:lnTo>
                <a:lnTo>
                  <a:pt x="161925" y="400050"/>
                </a:lnTo>
                <a:cubicBezTo>
                  <a:pt x="156686" y="400050"/>
                  <a:pt x="152400" y="404336"/>
                  <a:pt x="152400" y="409575"/>
                </a:cubicBezTo>
                <a:cubicBezTo>
                  <a:pt x="152400" y="414814"/>
                  <a:pt x="156686" y="419100"/>
                  <a:pt x="161925" y="419100"/>
                </a:cubicBezTo>
                <a:lnTo>
                  <a:pt x="333375" y="419100"/>
                </a:lnTo>
                <a:cubicBezTo>
                  <a:pt x="338614" y="419100"/>
                  <a:pt x="342900" y="414814"/>
                  <a:pt x="342900" y="409575"/>
                </a:cubicBezTo>
                <a:cubicBezTo>
                  <a:pt x="342900" y="404336"/>
                  <a:pt x="338614" y="400050"/>
                  <a:pt x="333375" y="400050"/>
                </a:cubicBezTo>
                <a:lnTo>
                  <a:pt x="312896" y="400050"/>
                </a:lnTo>
                <a:lnTo>
                  <a:pt x="306514" y="361950"/>
                </a:lnTo>
                <a:lnTo>
                  <a:pt x="457200" y="361950"/>
                </a:lnTo>
                <a:cubicBezTo>
                  <a:pt x="478250" y="361950"/>
                  <a:pt x="495300" y="344900"/>
                  <a:pt x="495300" y="323850"/>
                </a:cubicBezTo>
                <a:lnTo>
                  <a:pt x="495300" y="38100"/>
                </a:lnTo>
                <a:cubicBezTo>
                  <a:pt x="495300" y="17050"/>
                  <a:pt x="478250" y="0"/>
                  <a:pt x="457200" y="0"/>
                </a:cubicBezTo>
                <a:close/>
                <a:moveTo>
                  <a:pt x="201739" y="400050"/>
                </a:moveTo>
                <a:lnTo>
                  <a:pt x="208121" y="361950"/>
                </a:lnTo>
                <a:lnTo>
                  <a:pt x="287274" y="361950"/>
                </a:lnTo>
                <a:lnTo>
                  <a:pt x="293656" y="400050"/>
                </a:lnTo>
                <a:lnTo>
                  <a:pt x="201835" y="400050"/>
                </a:lnTo>
                <a:close/>
                <a:moveTo>
                  <a:pt x="476250" y="323850"/>
                </a:moveTo>
                <a:cubicBezTo>
                  <a:pt x="476250" y="334328"/>
                  <a:pt x="467678" y="342900"/>
                  <a:pt x="457200" y="342900"/>
                </a:cubicBezTo>
                <a:lnTo>
                  <a:pt x="38100" y="342900"/>
                </a:lnTo>
                <a:cubicBezTo>
                  <a:pt x="27622" y="342900"/>
                  <a:pt x="19050" y="334328"/>
                  <a:pt x="19050" y="323850"/>
                </a:cubicBezTo>
                <a:lnTo>
                  <a:pt x="19050" y="304800"/>
                </a:lnTo>
                <a:lnTo>
                  <a:pt x="476250" y="304800"/>
                </a:lnTo>
                <a:lnTo>
                  <a:pt x="476250" y="323850"/>
                </a:lnTo>
                <a:close/>
                <a:moveTo>
                  <a:pt x="476250" y="285750"/>
                </a:moveTo>
                <a:lnTo>
                  <a:pt x="19050" y="285750"/>
                </a:lnTo>
                <a:lnTo>
                  <a:pt x="19050" y="38100"/>
                </a:lnTo>
                <a:cubicBezTo>
                  <a:pt x="19050" y="27623"/>
                  <a:pt x="27622" y="19050"/>
                  <a:pt x="38100" y="19050"/>
                </a:cubicBezTo>
                <a:lnTo>
                  <a:pt x="457200" y="19050"/>
                </a:lnTo>
                <a:cubicBezTo>
                  <a:pt x="467678" y="19050"/>
                  <a:pt x="476250" y="27623"/>
                  <a:pt x="476250" y="38100"/>
                </a:cubicBezTo>
                <a:lnTo>
                  <a:pt x="476250" y="285750"/>
                </a:lnTo>
                <a:close/>
                <a:moveTo>
                  <a:pt x="290131" y="82772"/>
                </a:moveTo>
                <a:lnTo>
                  <a:pt x="190310" y="41624"/>
                </a:lnTo>
                <a:cubicBezTo>
                  <a:pt x="184499" y="39243"/>
                  <a:pt x="178403" y="38005"/>
                  <a:pt x="172212" y="38005"/>
                </a:cubicBezTo>
                <a:lnTo>
                  <a:pt x="170783" y="38005"/>
                </a:lnTo>
                <a:cubicBezTo>
                  <a:pt x="164497" y="38005"/>
                  <a:pt x="158401" y="39243"/>
                  <a:pt x="152686" y="41624"/>
                </a:cubicBezTo>
                <a:lnTo>
                  <a:pt x="52864" y="82772"/>
                </a:lnTo>
                <a:cubicBezTo>
                  <a:pt x="43910" y="86487"/>
                  <a:pt x="38195" y="95060"/>
                  <a:pt x="38195" y="104775"/>
                </a:cubicBezTo>
                <a:lnTo>
                  <a:pt x="38195" y="161925"/>
                </a:lnTo>
                <a:cubicBezTo>
                  <a:pt x="38195" y="167164"/>
                  <a:pt x="42481" y="171450"/>
                  <a:pt x="47720" y="171450"/>
                </a:cubicBezTo>
                <a:cubicBezTo>
                  <a:pt x="52959" y="171450"/>
                  <a:pt x="57245" y="167164"/>
                  <a:pt x="57245" y="161925"/>
                </a:cubicBezTo>
                <a:lnTo>
                  <a:pt x="57245" y="128492"/>
                </a:lnTo>
                <a:lnTo>
                  <a:pt x="76295" y="136303"/>
                </a:lnTo>
                <a:lnTo>
                  <a:pt x="76295" y="199073"/>
                </a:lnTo>
                <a:cubicBezTo>
                  <a:pt x="76295" y="209169"/>
                  <a:pt x="81629" y="218504"/>
                  <a:pt x="90202" y="223552"/>
                </a:cubicBezTo>
                <a:cubicBezTo>
                  <a:pt x="105251" y="232505"/>
                  <a:pt x="135922" y="247555"/>
                  <a:pt x="171545" y="247555"/>
                </a:cubicBezTo>
                <a:cubicBezTo>
                  <a:pt x="207169" y="247555"/>
                  <a:pt x="237839" y="232505"/>
                  <a:pt x="252889" y="223552"/>
                </a:cubicBezTo>
                <a:cubicBezTo>
                  <a:pt x="261461" y="218504"/>
                  <a:pt x="266795" y="209074"/>
                  <a:pt x="266795" y="199073"/>
                </a:cubicBezTo>
                <a:lnTo>
                  <a:pt x="266795" y="136303"/>
                </a:lnTo>
                <a:lnTo>
                  <a:pt x="290227" y="126683"/>
                </a:lnTo>
                <a:cubicBezTo>
                  <a:pt x="299180" y="122968"/>
                  <a:pt x="304895" y="114395"/>
                  <a:pt x="304895" y="104680"/>
                </a:cubicBezTo>
                <a:cubicBezTo>
                  <a:pt x="304895" y="94964"/>
                  <a:pt x="299085" y="86392"/>
                  <a:pt x="290227" y="82677"/>
                </a:cubicBezTo>
                <a:close/>
                <a:moveTo>
                  <a:pt x="247650" y="199168"/>
                </a:moveTo>
                <a:cubicBezTo>
                  <a:pt x="247650" y="202502"/>
                  <a:pt x="245936" y="205645"/>
                  <a:pt x="243173" y="207264"/>
                </a:cubicBezTo>
                <a:cubicBezTo>
                  <a:pt x="229743" y="215170"/>
                  <a:pt x="202597" y="228600"/>
                  <a:pt x="171450" y="228600"/>
                </a:cubicBezTo>
                <a:cubicBezTo>
                  <a:pt x="140303" y="228600"/>
                  <a:pt x="113157" y="215265"/>
                  <a:pt x="99727" y="207264"/>
                </a:cubicBezTo>
                <a:cubicBezTo>
                  <a:pt x="96964" y="205645"/>
                  <a:pt x="95250" y="202502"/>
                  <a:pt x="95250" y="199168"/>
                </a:cubicBezTo>
                <a:lnTo>
                  <a:pt x="95250" y="144209"/>
                </a:lnTo>
                <a:lnTo>
                  <a:pt x="152590" y="167831"/>
                </a:lnTo>
                <a:cubicBezTo>
                  <a:pt x="158401" y="170212"/>
                  <a:pt x="164497" y="171450"/>
                  <a:pt x="170688" y="171450"/>
                </a:cubicBezTo>
                <a:lnTo>
                  <a:pt x="172117" y="171450"/>
                </a:lnTo>
                <a:cubicBezTo>
                  <a:pt x="178403" y="171450"/>
                  <a:pt x="184499" y="170212"/>
                  <a:pt x="190214" y="167831"/>
                </a:cubicBezTo>
                <a:lnTo>
                  <a:pt x="247555" y="144209"/>
                </a:lnTo>
                <a:lnTo>
                  <a:pt x="247555" y="199168"/>
                </a:lnTo>
                <a:close/>
                <a:moveTo>
                  <a:pt x="282797" y="109061"/>
                </a:moveTo>
                <a:lnTo>
                  <a:pt x="182975" y="150209"/>
                </a:lnTo>
                <a:cubicBezTo>
                  <a:pt x="179546" y="151638"/>
                  <a:pt x="175831" y="152400"/>
                  <a:pt x="172117" y="152400"/>
                </a:cubicBezTo>
                <a:lnTo>
                  <a:pt x="170688" y="152400"/>
                </a:lnTo>
                <a:cubicBezTo>
                  <a:pt x="166973" y="152400"/>
                  <a:pt x="163259" y="151638"/>
                  <a:pt x="159829" y="150209"/>
                </a:cubicBezTo>
                <a:lnTo>
                  <a:pt x="60007" y="109061"/>
                </a:lnTo>
                <a:cubicBezTo>
                  <a:pt x="58198" y="108299"/>
                  <a:pt x="57055" y="106585"/>
                  <a:pt x="57055" y="104680"/>
                </a:cubicBezTo>
                <a:cubicBezTo>
                  <a:pt x="57055" y="102775"/>
                  <a:pt x="58198" y="101060"/>
                  <a:pt x="60007" y="100298"/>
                </a:cubicBezTo>
                <a:lnTo>
                  <a:pt x="159829" y="59150"/>
                </a:lnTo>
                <a:cubicBezTo>
                  <a:pt x="163259" y="57721"/>
                  <a:pt x="166973" y="56960"/>
                  <a:pt x="170688" y="56960"/>
                </a:cubicBezTo>
                <a:lnTo>
                  <a:pt x="172117" y="56960"/>
                </a:lnTo>
                <a:cubicBezTo>
                  <a:pt x="175831" y="56960"/>
                  <a:pt x="179546" y="57721"/>
                  <a:pt x="182975" y="59150"/>
                </a:cubicBezTo>
                <a:lnTo>
                  <a:pt x="282797" y="100298"/>
                </a:lnTo>
                <a:cubicBezTo>
                  <a:pt x="284607" y="101060"/>
                  <a:pt x="285750" y="102775"/>
                  <a:pt x="285750" y="104680"/>
                </a:cubicBezTo>
                <a:cubicBezTo>
                  <a:pt x="285750" y="106585"/>
                  <a:pt x="284607" y="108299"/>
                  <a:pt x="282797" y="109061"/>
                </a:cubicBezTo>
                <a:close/>
                <a:moveTo>
                  <a:pt x="400050" y="209360"/>
                </a:moveTo>
                <a:cubicBezTo>
                  <a:pt x="400050" y="205454"/>
                  <a:pt x="397573" y="201930"/>
                  <a:pt x="393859" y="200596"/>
                </a:cubicBezTo>
                <a:lnTo>
                  <a:pt x="317659" y="172021"/>
                </a:lnTo>
                <a:cubicBezTo>
                  <a:pt x="314135" y="170688"/>
                  <a:pt x="310229" y="171545"/>
                  <a:pt x="307562" y="174212"/>
                </a:cubicBezTo>
                <a:cubicBezTo>
                  <a:pt x="304895" y="176879"/>
                  <a:pt x="304038" y="180785"/>
                  <a:pt x="305371" y="184309"/>
                </a:cubicBezTo>
                <a:lnTo>
                  <a:pt x="333946" y="260509"/>
                </a:lnTo>
                <a:cubicBezTo>
                  <a:pt x="335280" y="264223"/>
                  <a:pt x="338804" y="266605"/>
                  <a:pt x="342710" y="266700"/>
                </a:cubicBezTo>
                <a:lnTo>
                  <a:pt x="342805" y="266700"/>
                </a:lnTo>
                <a:cubicBezTo>
                  <a:pt x="346710" y="266700"/>
                  <a:pt x="350139" y="264319"/>
                  <a:pt x="351663" y="260794"/>
                </a:cubicBezTo>
                <a:lnTo>
                  <a:pt x="360045" y="240221"/>
                </a:lnTo>
                <a:lnTo>
                  <a:pt x="383762" y="263938"/>
                </a:lnTo>
                <a:cubicBezTo>
                  <a:pt x="387477" y="267653"/>
                  <a:pt x="393478" y="267653"/>
                  <a:pt x="397193" y="263938"/>
                </a:cubicBezTo>
                <a:cubicBezTo>
                  <a:pt x="400907" y="260223"/>
                  <a:pt x="400907" y="254222"/>
                  <a:pt x="397193" y="250508"/>
                </a:cubicBezTo>
                <a:lnTo>
                  <a:pt x="373475" y="226790"/>
                </a:lnTo>
                <a:lnTo>
                  <a:pt x="394049" y="218408"/>
                </a:lnTo>
                <a:cubicBezTo>
                  <a:pt x="397669" y="216979"/>
                  <a:pt x="400050" y="213360"/>
                  <a:pt x="399955" y="209455"/>
                </a:cubicBezTo>
                <a:close/>
                <a:moveTo>
                  <a:pt x="353092" y="214408"/>
                </a:move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3092" y="214408"/>
                  <a:pt x="353092" y="214408"/>
                </a:cubicBezTo>
                <a:lnTo>
                  <a:pt x="353092" y="214408"/>
                </a:lnTo>
                <a:cubicBezTo>
                  <a:pt x="353092" y="214408"/>
                  <a:pt x="352901" y="214503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cubicBezTo>
                  <a:pt x="352806" y="214598"/>
                  <a:pt x="352806" y="214598"/>
                  <a:pt x="352806" y="214598"/>
                </a:cubicBezTo>
                <a:lnTo>
                  <a:pt x="352806" y="214598"/>
                </a:lnTo>
                <a:cubicBezTo>
                  <a:pt x="350806" y="215551"/>
                  <a:pt x="349187" y="217075"/>
                  <a:pt x="348234" y="219265"/>
                </a:cubicBezTo>
                <a:cubicBezTo>
                  <a:pt x="348234" y="219456"/>
                  <a:pt x="348139" y="219551"/>
                  <a:pt x="348044" y="219742"/>
                </a:cubicBezTo>
                <a:lnTo>
                  <a:pt x="343471" y="230981"/>
                </a:lnTo>
                <a:lnTo>
                  <a:pt x="330803" y="197263"/>
                </a:lnTo>
                <a:lnTo>
                  <a:pt x="364522" y="209931"/>
                </a:lnTo>
                <a:lnTo>
                  <a:pt x="353282" y="214503"/>
                </a:lnTo>
                <a:close/>
                <a:moveTo>
                  <a:pt x="428625" y="57055"/>
                </a:moveTo>
                <a:lnTo>
                  <a:pt x="333375" y="57055"/>
                </a:lnTo>
                <a:cubicBezTo>
                  <a:pt x="328136" y="57055"/>
                  <a:pt x="323850" y="61341"/>
                  <a:pt x="323850" y="66580"/>
                </a:cubicBezTo>
                <a:cubicBezTo>
                  <a:pt x="323850" y="71819"/>
                  <a:pt x="328136" y="76105"/>
                  <a:pt x="333375" y="76105"/>
                </a:cubicBezTo>
                <a:lnTo>
                  <a:pt x="428625" y="76105"/>
                </a:lnTo>
                <a:cubicBezTo>
                  <a:pt x="433864" y="76105"/>
                  <a:pt x="438150" y="71819"/>
                  <a:pt x="438150" y="66580"/>
                </a:cubicBezTo>
                <a:cubicBezTo>
                  <a:pt x="438150" y="61341"/>
                  <a:pt x="433864" y="57055"/>
                  <a:pt x="428625" y="57055"/>
                </a:cubicBezTo>
                <a:close/>
                <a:moveTo>
                  <a:pt x="428625" y="95155"/>
                </a:moveTo>
                <a:lnTo>
                  <a:pt x="333375" y="95155"/>
                </a:lnTo>
                <a:cubicBezTo>
                  <a:pt x="328136" y="95155"/>
                  <a:pt x="323850" y="99441"/>
                  <a:pt x="323850" y="104680"/>
                </a:cubicBezTo>
                <a:cubicBezTo>
                  <a:pt x="323850" y="109919"/>
                  <a:pt x="328136" y="114205"/>
                  <a:pt x="333375" y="114205"/>
                </a:cubicBezTo>
                <a:lnTo>
                  <a:pt x="428625" y="114205"/>
                </a:lnTo>
                <a:cubicBezTo>
                  <a:pt x="433864" y="114205"/>
                  <a:pt x="438150" y="109919"/>
                  <a:pt x="438150" y="104680"/>
                </a:cubicBezTo>
                <a:cubicBezTo>
                  <a:pt x="438150" y="99441"/>
                  <a:pt x="433864" y="95155"/>
                  <a:pt x="428625" y="95155"/>
                </a:cubicBezTo>
                <a:close/>
                <a:moveTo>
                  <a:pt x="428625" y="133255"/>
                </a:moveTo>
                <a:lnTo>
                  <a:pt x="333375" y="133255"/>
                </a:lnTo>
                <a:cubicBezTo>
                  <a:pt x="328136" y="133255"/>
                  <a:pt x="323850" y="137541"/>
                  <a:pt x="323850" y="142780"/>
                </a:cubicBezTo>
                <a:cubicBezTo>
                  <a:pt x="323850" y="148019"/>
                  <a:pt x="328136" y="152305"/>
                  <a:pt x="333375" y="152305"/>
                </a:cubicBezTo>
                <a:lnTo>
                  <a:pt x="428625" y="152305"/>
                </a:lnTo>
                <a:cubicBezTo>
                  <a:pt x="433864" y="152305"/>
                  <a:pt x="438150" y="148019"/>
                  <a:pt x="438150" y="142780"/>
                </a:cubicBezTo>
                <a:cubicBezTo>
                  <a:pt x="438150" y="137541"/>
                  <a:pt x="433864" y="133255"/>
                  <a:pt x="428625" y="13325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60950" tIns="30450" rIns="60950" bIns="30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1751;p54">
            <a:extLst>
              <a:ext uri="{FF2B5EF4-FFF2-40B4-BE49-F238E27FC236}">
                <a16:creationId xmlns:a16="http://schemas.microsoft.com/office/drawing/2014/main" id="{53990472-B02D-1C1C-4F0D-0C70090F2AE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8578" y="6130904"/>
            <a:ext cx="154445" cy="19305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1260;p25">
            <a:extLst>
              <a:ext uri="{FF2B5EF4-FFF2-40B4-BE49-F238E27FC236}">
                <a16:creationId xmlns:a16="http://schemas.microsoft.com/office/drawing/2014/main" id="{428610CB-B104-ADAE-6166-BED06F6D3AE4}"/>
              </a:ext>
            </a:extLst>
          </p:cNvPr>
          <p:cNvSpPr txBox="1"/>
          <p:nvPr/>
        </p:nvSpPr>
        <p:spPr>
          <a:xfrm>
            <a:off x="970280" y="5528827"/>
            <a:ext cx="10251300" cy="83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75" rIns="60950" bIns="30475" anchor="t" anchorCtr="0">
            <a:spAutoFit/>
          </a:bodyPr>
          <a:lstStyle/>
          <a:p>
            <a:r>
              <a:rPr lang="pt-BR" sz="1000" b="1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Orientações: </a:t>
            </a:r>
            <a:r>
              <a:rPr lang="pt-BR" sz="1000">
                <a:latin typeface="Poppins" pitchFamily="2" charset="77"/>
                <a:cs typeface="Poppins" pitchFamily="2" charset="77"/>
              </a:rPr>
              <a:t>a seção </a:t>
            </a:r>
            <a:r>
              <a:rPr lang="pt-BR" sz="1000" b="1">
                <a:latin typeface="Poppins" pitchFamily="2" charset="77"/>
                <a:cs typeface="Poppins" pitchFamily="2" charset="77"/>
              </a:rPr>
              <a:t>Saiba mais </a:t>
            </a:r>
            <a:r>
              <a:rPr lang="pt-BR" sz="1000">
                <a:latin typeface="Poppins" pitchFamily="2" charset="77"/>
                <a:cs typeface="Poppins" pitchFamily="2" charset="77"/>
              </a:rPr>
              <a:t>apresenta recursos extraclasse para que os estudantes complementem sua formação. Incentive-os a continuarem explorando o tema da aula.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endParaRPr sz="1000" b="0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3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Tempo previsto: </a:t>
            </a:r>
            <a:r>
              <a:rPr lang="pt-BR" sz="1000">
                <a:latin typeface="Poppins" pitchFamily="2" charset="77"/>
                <a:ea typeface="Poppins"/>
                <a:cs typeface="Poppins" pitchFamily="2" charset="77"/>
                <a:sym typeface="Poppins"/>
              </a:rPr>
              <a:t>1</a:t>
            </a:r>
            <a:r>
              <a:rPr lang="pt-BR" sz="1000" b="0" i="0" u="none" strike="noStrike" cap="none">
                <a:solidFill>
                  <a:srgbClr val="000000"/>
                </a:solidFill>
                <a:latin typeface="Poppins" pitchFamily="2" charset="77"/>
                <a:ea typeface="Poppins"/>
                <a:cs typeface="Poppins" pitchFamily="2" charset="77"/>
                <a:sym typeface="Poppins"/>
              </a:rPr>
              <a:t> minuto.</a:t>
            </a:r>
            <a:endParaRPr sz="1000" b="1" i="0" u="none" strike="noStrike" cap="none">
              <a:solidFill>
                <a:srgbClr val="000000"/>
              </a:solidFill>
              <a:latin typeface="Poppins" pitchFamily="2" charset="77"/>
              <a:ea typeface="Poppins"/>
              <a:cs typeface="Poppins" pitchFamily="2" charset="77"/>
              <a:sym typeface="Poppi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3073</Words>
  <Application>Microsoft Office PowerPoint</Application>
  <PresentationFormat>Ecrã Panorâmico</PresentationFormat>
  <Paragraphs>302</Paragraphs>
  <Slides>30</Slides>
  <Notes>30</Notes>
  <HiddenSlides>9</HiddenSlides>
  <MMClips>0</MMClips>
  <ScaleCrop>false</ScaleCrop>
  <HeadingPairs>
    <vt:vector size="6" baseType="variant">
      <vt:variant>
        <vt:lpstr>Tipos de letra usados</vt:lpstr>
      </vt:variant>
      <vt:variant>
        <vt:i4>5</vt:i4>
      </vt:variant>
      <vt:variant>
        <vt:lpstr>Tema</vt:lpstr>
      </vt:variant>
      <vt:variant>
        <vt:i4>4</vt:i4>
      </vt:variant>
      <vt:variant>
        <vt:lpstr>Títulos dos diapositivos</vt:lpstr>
      </vt:variant>
      <vt:variant>
        <vt:i4>30</vt:i4>
      </vt:variant>
    </vt:vector>
  </HeadingPairs>
  <TitlesOfParts>
    <vt:vector size="39" baseType="lpstr">
      <vt:lpstr>Arial</vt:lpstr>
      <vt:lpstr>Poppins Light</vt:lpstr>
      <vt:lpstr>Poppins</vt:lpstr>
      <vt:lpstr>Poppins Medium</vt:lpstr>
      <vt:lpstr>Calibri</vt:lpstr>
      <vt:lpstr>Office Theme</vt:lpstr>
      <vt:lpstr>Office Theme</vt:lpstr>
      <vt:lpstr>1_Office Theme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Gustavo Henrique da Silva Oliveira</cp:lastModifiedBy>
  <cp:revision>287</cp:revision>
  <dcterms:modified xsi:type="dcterms:W3CDTF">2026-08-31T20:51:58Z</dcterms:modified>
</cp:coreProperties>
</file>