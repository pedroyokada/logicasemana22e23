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2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7" r:id="rId1"/>
    <p:sldMasterId id="2147483908" r:id="rId2"/>
    <p:sldMasterId id="2147483910" r:id="rId3"/>
  </p:sldMasterIdLst>
  <p:notesMasterIdLst>
    <p:notesMasterId r:id="rId20"/>
  </p:notesMasterIdLst>
  <p:sldIdLst>
    <p:sldId id="308" r:id="rId4"/>
    <p:sldId id="309" r:id="rId5"/>
    <p:sldId id="630" r:id="rId6"/>
    <p:sldId id="311" r:id="rId7"/>
    <p:sldId id="312" r:id="rId8"/>
    <p:sldId id="313" r:id="rId9"/>
    <p:sldId id="591" r:id="rId10"/>
    <p:sldId id="592" r:id="rId11"/>
    <p:sldId id="316" r:id="rId12"/>
    <p:sldId id="317" r:id="rId13"/>
    <p:sldId id="318" r:id="rId14"/>
    <p:sldId id="319" r:id="rId15"/>
    <p:sldId id="320" r:id="rId16"/>
    <p:sldId id="321" r:id="rId17"/>
    <p:sldId id="626" r:id="rId18"/>
    <p:sldId id="323" r:id="rId19"/>
  </p:sldIdLst>
  <p:sldSz cx="12192000" cy="6858000"/>
  <p:notesSz cx="6858000" cy="9144000"/>
  <p:embeddedFontLs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Light" panose="00000400000000000000" pitchFamily="2" charset="0"/>
      <p:regular r:id="rId25"/>
      <p:bold r:id="rId26"/>
      <p:italic r:id="rId27"/>
      <p:boldItalic r:id="rId28"/>
    </p:embeddedFont>
    <p:embeddedFont>
      <p:font typeface="Poppins Medium" panose="000006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3" id="{65822BB0-107B-4ABF-AF3C-0D79E7B54898}">
          <p14:sldIdLst>
            <p14:sldId id="308"/>
            <p14:sldId id="309"/>
            <p14:sldId id="630"/>
            <p14:sldId id="311"/>
            <p14:sldId id="312"/>
            <p14:sldId id="313"/>
            <p14:sldId id="591"/>
            <p14:sldId id="592"/>
            <p14:sldId id="316"/>
            <p14:sldId id="317"/>
            <p14:sldId id="318"/>
            <p14:sldId id="319"/>
            <p14:sldId id="320"/>
            <p14:sldId id="321"/>
            <p14:sldId id="626"/>
            <p14:sldId id="323"/>
          </p14:sldIdLst>
        </p14:section>
      </p14:sectionLst>
    </p:ext>
    <p:ext uri="{EFAFB233-063F-42B5-8137-9DF3F51BA10A}">
      <p15:sldGuideLst xmlns:p15="http://schemas.microsoft.com/office/powerpoint/2012/main">
        <p15:guide id="1" pos="454">
          <p15:clr>
            <a:srgbClr val="747775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07A45E-4514-CAE5-3C40-E2CD3DAFA70C}" name="Isabel Cruz do amaral Pupo" initials="IC" userId="S::isabel_pupo@vanzolini-ead.org.br::8f4c32d8-231f-4630-ae3e-1dca2f05616d" providerId="AD"/>
  <p188:author id="{5609E583-6F6E-D26E-3483-A990B1ED9307}" name="Alice Girodo Elias" initials="AE" userId="S::alice_elias@vanzolini-ead.org.br::83a86b8d-5fdd-48ae-8c3d-d7029cde8382" providerId="AD"/>
  <p188:author id="{8467A299-AEEB-4E65-505E-275447848D9D}" name="ACER" initials="A" userId="ACER" providerId="None"/>
  <p188:author id="{4BD3CBB0-6750-1FDD-67D3-2ACB669506AF}" name="Soraia Novaes" initials="SN" userId="S::soraia.novaes@apoiofde.sp.gov.br::f517fece-32b1-4449-a5a1-33836cdfbe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AC2"/>
    <a:srgbClr val="285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8117E4-6555-4A4F-B310-87134BD24971}">
  <a:tblStyle styleId="{F98117E4-6555-4A4F-B310-87134BD2497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67" autoAdjust="0"/>
    <p:restoredTop sz="87400" autoAdjust="0"/>
  </p:normalViewPr>
  <p:slideViewPr>
    <p:cSldViewPr snapToGrid="0">
      <p:cViewPr varScale="1">
        <p:scale>
          <a:sx n="93" d="100"/>
          <a:sy n="93" d="100"/>
        </p:scale>
        <p:origin x="1332" y="84"/>
      </p:cViewPr>
      <p:guideLst>
        <p:guide pos="45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microsoft.com/office/2018/10/relationships/authors" Target="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1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9" name="Google Shape;3419;g3ee235a11d4_0_6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0" name="Google Shape;3420;g3ee235a11d4_0_66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421" name="Google Shape;3421;g3ee235a11d4_0_66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4" name="Google Shape;3424;g3f6172b20c7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25" name="Google Shape;3425;g3f6172b20c7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g3f3af8d09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7" name="Google Shape;2727;g3f3af8d0963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28" name="Google Shape;2728;g3f3af8d0963_0_9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6014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4" name="Google Shape;3474;g3f6172b20c7_0_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5" name="Google Shape;3475;g3f6172b20c7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3" name="Google Shape;3493;g3f6172b20c7_0_1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4" name="Google Shape;3494;g3f6172b20c7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" name="Google Shape;3502;g3f3b326689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03" name="Google Shape;3503;g3f3b32668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A00ED82E-5C65-FC31-6A2D-437AF18F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B4F84568-387E-1CEC-A8C0-B2F9174783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1953BD46-A29E-B914-D694-176EF9E62E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0205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7F3A7E0F-7F81-9DBE-1102-60921AC41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F41C42E5-708D-5903-2B12-1C850F33B0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CEC2A754-F468-65F3-EE90-CC266370EE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4618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8" name="Google Shape;3558;g3f3af8d0963_0_21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	</a:t>
            </a:r>
            <a:endParaRPr/>
          </a:p>
        </p:txBody>
      </p:sp>
      <p:sp>
        <p:nvSpPr>
          <p:cNvPr id="3559" name="Google Shape;3559;g3f3af8d0963_0_2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4" name="Google Shape;3564;g3f3af8d0963_0_2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5" name="Google Shape;3565;g3f3af8d0963_0_2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0" name="Google Shape;3570;g3f3af8d0963_0_21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71" name="Google Shape;3571;g3f3af8d0963_0_2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6" name="Google Shape;3576;g3f3af8d0963_0_2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7" name="Google Shape;3577;g3f3af8d0963_0_2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3578" name="Google Shape;3578;g3f3af8d0963_0_21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1" name="Google Shape;3581;g3f3af8d0963_0_2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2" name="Google Shape;3582;g3f3af8d0963_0_2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3583" name="Google Shape;3583;g3f3af8d0963_0_2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5" name="Google Shape;3605;g3f3af8d0963_0_2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6" name="Google Shape;3606;g3f3af8d0963_0_22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3607" name="Google Shape;3607;g3f3af8d0963_0_22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g3ee235a11d4_0_4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2" name="Google Shape;3052;g3ee235a11d4_0_45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3053" name="Google Shape;3053;g3ee235a11d4_0_45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3" name="Google Shape;3653;g3f3af8d0963_0_2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4" name="Google Shape;3654;g3f3af8d0963_0_22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655" name="Google Shape;3655;g3f3af8d0963_0_22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6.emf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9.png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5.png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892412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2907641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32225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483038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215300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4942860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510134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2962215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070133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608" name="Google Shape;608;p6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609" name="Google Shape;609;p6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610" name="Google Shape;610;p6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62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14" name="Google Shape;614;p6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62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6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62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19" name="Google Shape;619;p62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2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62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2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23" name="Google Shape;623;p6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28" name="Google Shape;628;p6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64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64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64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64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638" name="Google Shape;638;p6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64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64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42" name="Google Shape;642;p64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643" name="Google Shape;643;p6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64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5" name="Google Shape;645;p64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64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651" name="Google Shape;651;p64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652" name="Google Shape;652;p64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4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64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64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4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64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661" name="Google Shape;661;p64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64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63" name="Google Shape;663;p64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64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64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64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64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64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64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672" name="Google Shape;672;p64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673" name="Google Shape;673;p64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4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64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2" name="Google Shape;702;p6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6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7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725" name="Google Shape;725;p7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8" name="Google Shape;728;p7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7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3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7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4" name="Google Shape;744;p7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45" name="Google Shape;745;p7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6" name="Google Shape;746;p7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7" name="Google Shape;747;p7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7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9" name="Google Shape;749;p7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0" name="Google Shape;750;p7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7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7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7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55" name="Google Shape;755;p7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3" name="Google Shape;763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4" name="Google Shape;764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5" name="Google Shape;765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6" name="Google Shape;766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3" name="Google Shape;773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4" name="Google Shape;774;p7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6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7" name="Google Shape;777;p76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8" name="Google Shape;778;p76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76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0" name="Google Shape;780;p76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1" name="Google Shape;781;p7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7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77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9" name="Google Shape;789;p77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0" name="Google Shape;790;p77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77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8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8" name="Google Shape;798;p78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9" name="Google Shape;799;p78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0" name="Google Shape;800;p78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801" name="Google Shape;801;p7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79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9" name="Google Shape;809;p79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79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9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2" name="Google Shape;812;p7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7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8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8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8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8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20" name="Google Shape;820;p8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1" name="Google Shape;821;p8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2" name="Google Shape;822;p8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8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8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8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8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81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0" name="Google Shape;830;p81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1" name="Google Shape;831;p81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81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8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8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8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8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9" name="Google Shape;839;p8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0" name="Google Shape;840;p8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8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3" name="Google Shape;843;p83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4" name="Google Shape;844;p83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5" name="Google Shape;845;p83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846" name="Google Shape;846;p83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7" name="Google Shape;847;p83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8" name="Google Shape;848;p83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49" name="Google Shape;849;p83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50" name="Google Shape;850;p83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84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5" name="Google Shape;855;p84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6" name="Google Shape;856;p84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7" name="Google Shape;857;p84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8" name="Google Shape;858;p84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9" name="Google Shape;859;p84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0" name="Google Shape;860;p8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8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5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6" name="Google Shape;866;p85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7" name="Google Shape;867;p85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8" name="Google Shape;868;p85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9" name="Google Shape;869;p85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0" name="Google Shape;870;p85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1" name="Google Shape;871;p85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8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8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6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8" name="Google Shape;878;p86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9" name="Google Shape;879;p86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0" name="Google Shape;880;p86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1" name="Google Shape;881;p86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2" name="Google Shape;882;p86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3" name="Google Shape;883;p86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4" name="Google Shape;884;p8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0" name="Google Shape;890;p8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1" name="Google Shape;891;p8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2" name="Google Shape;892;p8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3" name="Google Shape;893;p8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4" name="Google Shape;894;p8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5" name="Google Shape;895;p8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8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1" name="Google Shape;901;p89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902" name="Google Shape;902;p89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89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89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" name="Google Shape;905;p89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p89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1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0" name="Google Shape;910;p91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1" name="Google Shape;911;p91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2" name="Google Shape;912;p91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9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6" name="Google Shape;916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92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8" name="Google Shape;918;p92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9" name="Google Shape;919;p92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0" name="Google Shape;920;p92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1" name="Google Shape;921;p92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2" name="Google Shape;922;p92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3" name="Google Shape;923;p9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 2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26" name="Google Shape;926;p9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9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9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1" name="Google Shape;931;p9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2" name="Google Shape;932;p9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94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934" name="Google Shape;934;p94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5" name="Google Shape;935;p94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936" name="Google Shape;936;p94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7" name="Google Shape;937;p94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938" name="Google Shape;938;p94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9" name="Google Shape;939;p94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940" name="Google Shape;940;p94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41" name="Google Shape;941;p9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2" name="Google Shape;942;p9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3" name="Google Shape;943;p9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4" name="Google Shape;944;p9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5" name="Google Shape;945;p9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0" name="Google Shape;950;p95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1" name="Google Shape;951;p95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95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9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7" name="Google Shape;957;p9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9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9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9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4" name="Google Shape;964;p9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65" name="Google Shape;965;p9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6" name="Google Shape;966;p9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7" name="Google Shape;967;p9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9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9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3" name="Google Shape;973;p9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74" name="Google Shape;974;p9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5" name="Google Shape;975;p9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6" name="Google Shape;976;p9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7" name="Google Shape;977;p9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78" name="Google Shape;978;p9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79" name="Google Shape;979;p9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0" name="Google Shape;980;p9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1" name="Google Shape;981;p9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2" name="Google Shape;982;p9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3" name="Google Shape;983;p9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9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8" name="Google Shape;988;p9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89" name="Google Shape;989;p9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0" name="Google Shape;990;p9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1" name="Google Shape;991;p9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2" name="Google Shape;992;p9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93" name="Google Shape;993;p9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4" name="Google Shape;994;p9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5" name="Google Shape;995;p9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6" name="Google Shape;996;p9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7" name="Google Shape;997;p9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8" name="Google Shape;998;p9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9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3" name="Google Shape;1003;p10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04" name="Google Shape;1004;p10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5" name="Google Shape;1005;p10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6" name="Google Shape;1006;p10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7" name="Google Shape;1007;p10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08" name="Google Shape;1008;p10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09" name="Google Shape;1009;p10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0" name="Google Shape;1010;p10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1" name="Google Shape;1011;p10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2" name="Google Shape;1012;p10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3" name="Google Shape;1013;p10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14" name="Google Shape;1014;p10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15" name="Google Shape;1015;p1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0" name="Google Shape;1020;p10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21" name="Google Shape;1021;p10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2" name="Google Shape;1022;p10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3" name="Google Shape;1023;p10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4" name="Google Shape;1024;p10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25" name="Google Shape;1025;p10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6" name="Google Shape;1026;p10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7" name="Google Shape;1027;p10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8" name="Google Shape;1028;p10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9" name="Google Shape;1029;p10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0" name="Google Shape;1030;p10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31" name="Google Shape;1031;p10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32" name="Google Shape;1032;p10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0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7" name="Google Shape;1037;p10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38" name="Google Shape;1038;p10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39" name="Google Shape;1039;p10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0" name="Google Shape;1040;p10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1" name="Google Shape;1041;p10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2" name="Google Shape;1042;p10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3" name="Google Shape;1043;p10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4" name="Google Shape;1044;p10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5" name="Google Shape;1045;p10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6" name="Google Shape;1046;p10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7" name="Google Shape;1047;p10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48" name="Google Shape;1048;p10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9" name="Google Shape;1049;p10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0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Google Shape;1052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10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5" name="Google Shape;1055;p10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6" name="Google Shape;1056;p10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7" name="Google Shape;1057;p10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058" name="Google Shape;1058;p10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059" name="Google Shape;1059;p10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0" name="Google Shape;1060;p10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1" name="Google Shape;1061;p10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62" name="Google Shape;1062;p10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3" name="Google Shape;1063;p10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4" name="Google Shape;1064;p10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5" name="Google Shape;1065;p10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6" name="Google Shape;1066;p10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7" name="Google Shape;1067;p10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0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10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0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4" name="Google Shape;1074;p10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0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10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05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0" name="Google Shape;1080;p105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2" name="Google Shape;1082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10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4" name="Google Shape;1084;p10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0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107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0" name="Google Shape;1090;p107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1" name="Google Shape;1091;p107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2" name="Google Shape;1092;p10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07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10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98" name="Google Shape;1098;p10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9" name="Google Shape;1099;p10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0" name="Google Shape;1100;p10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0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10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6" name="Google Shape;1106;p10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7" name="Google Shape;1107;p10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08" name="Google Shape;1108;p10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10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11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4" name="Google Shape;1114;p11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5" name="Google Shape;1115;p11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6" name="Google Shape;1116;p1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11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2" name="Google Shape;1122;p11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3" name="Google Shape;1123;p11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4" name="Google Shape;1124;p1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1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11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1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1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31" name="Google Shape;1131;p11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2" name="Google Shape;1132;p11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3" name="Google Shape;1133;p11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1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1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6" name="Google Shape;1136;p11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7" name="Google Shape;1137;p11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1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p1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11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1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43" name="Google Shape;1143;p11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4" name="Google Shape;1144;p11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5" name="Google Shape;1145;p11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1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1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8" name="Google Shape;1148;p11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9" name="Google Shape;1149;p11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11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1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11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Google Shape;1154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11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6" name="Google Shape;1156;p1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57" name="Google Shape;1157;p1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8" name="Google Shape;1158;p1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9" name="Google Shape;1159;p1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0" name="Google Shape;1160;p1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1" name="Google Shape;1161;p1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1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1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1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6" name="Google Shape;1166;p1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67" name="Google Shape;1167;p1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8" name="Google Shape;1168;p1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9" name="Google Shape;1169;p1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0" name="Google Shape;1170;p1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1" name="Google Shape;1171;p1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1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1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6" name="Google Shape;1176;p1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8" name="Google Shape;1178;p1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9" name="Google Shape;1179;p1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1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1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3" name="Google Shape;1183;p117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4" name="Google Shape;1184;p117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1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 1">
  <p:cSld name="2_Atividade_Resposta"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19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9" name="Google Shape;1189;p119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0" name="Google Shape;1190;p119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119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19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3" name="Google Shape;1193;p119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4" name="Google Shape;1194;p119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5" name="Google Shape;1195;p119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6" name="Google Shape;1196;p119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8" name="Google Shape;1198;p119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99" name="Google Shape;1199;p1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119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1" name="Google Shape;1201;p119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1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1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81F6492-8EEB-0600-442F-CD495FC8F34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02047" y="5795955"/>
            <a:ext cx="363559" cy="4362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userDrawn="1">
  <p:cSld name="1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90;p17">
            <a:extLst>
              <a:ext uri="{FF2B5EF4-FFF2-40B4-BE49-F238E27FC236}">
                <a16:creationId xmlns:a16="http://schemas.microsoft.com/office/drawing/2014/main" id="{33A45ED2-2403-7F26-C307-EF53421A29A4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195C8DE1-D92C-0520-6827-BF4E2122A3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D96DF696-0CE9-222F-9539-CCDCDE3B62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3" name="Retângulo: Cantos Arredondados 5">
            <a:extLst>
              <a:ext uri="{FF2B5EF4-FFF2-40B4-BE49-F238E27FC236}">
                <a16:creationId xmlns:a16="http://schemas.microsoft.com/office/drawing/2014/main" id="{64B8A15D-9C5D-FBA3-9832-9E5322593956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Google Shape;231;p21">
            <a:extLst>
              <a:ext uri="{FF2B5EF4-FFF2-40B4-BE49-F238E27FC236}">
                <a16:creationId xmlns:a16="http://schemas.microsoft.com/office/drawing/2014/main" id="{013A9C15-802B-99F9-ACE3-2B6FC097D2C1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31984612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8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8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8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8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6" name="Google Shape;1816;p18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CUSTOM"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8" name="Google Shape;1818;p18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182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82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82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82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82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4" name="Google Shape;1824;p182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1825" name="Google Shape;1825;p182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182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82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82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82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82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82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82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82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82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82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82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82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82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82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82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1" name="Google Shape;1841;p182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2" name="Google Shape;1842;p182"/>
          <p:cNvCxnSpPr>
            <a:stCxn id="1841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3" name="Google Shape;1843;p182"/>
          <p:cNvCxnSpPr>
            <a:endCxn id="1822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4" name="Google Shape;1844;p182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5" name="Google Shape;1845;p182"/>
          <p:cNvCxnSpPr>
            <a:stCxn id="1844" idx="4"/>
            <a:endCxn id="1820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6" name="Google Shape;1846;p182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7" name="Google Shape;1847;p182"/>
          <p:cNvCxnSpPr>
            <a:stCxn id="1846" idx="3"/>
            <a:endCxn id="1821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8" name="Google Shape;1848;p182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9" name="Google Shape;1849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82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4" name="Google Shape;1854;p182"/>
          <p:cNvCxnSpPr>
            <a:stCxn id="1853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5" name="Google Shape;1855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82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7" name="Google Shape;1857;p182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8" name="Google Shape;1858;p182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182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0" name="Google Shape;1860;p182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182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82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82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82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82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8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83" name="Google Shape;1883;p18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5" name="Google Shape;1885;p185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6" name="Google Shape;1886;p185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7" name="Google Shape;1887;p185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8" name="Google Shape;1888;p185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9" name="Google Shape;1889;p185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0" name="Google Shape;1890;p185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1" name="Google Shape;1891;p18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185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8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4" name="Google Shape;1894;p18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5" name="Google Shape;1895;p18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6" name="Google Shape;1896;p18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897" name="Google Shape;1897;p185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898" name="Google Shape;1898;p18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9" name="Google Shape;1899;p18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0" name="Google Shape;1900;p18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1" name="Google Shape;1901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2" name="Google Shape;1902;p1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185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85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5" name="Google Shape;1905;p185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906" name="Google Shape;1906;p18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907" name="Google Shape;1907;p18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18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9" name="Google Shape;1909;p18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18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85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2" name="Google Shape;1912;p185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3" name="Google Shape;1913;p1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85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5" name="Google Shape;1915;p185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916" name="Google Shape;1916;p18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7" name="Google Shape;1917;p18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918" name="Google Shape;1918;p18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18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8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8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8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8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4" name="Google Shape;1924;p185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185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6" name="Google Shape;1926;p185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927" name="Google Shape;1927;p18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928" name="Google Shape;1928;p18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18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8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1" name="Google Shape;1931;p18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18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4" name="Google Shape;1934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5" name="Google Shape;1935;p18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18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8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8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9" name="Google Shape;1939;p18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p186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186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8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18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8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87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8" name="Google Shape;1948;p18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18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88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2" name="Google Shape;1952;p188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3" name="Google Shape;1953;p188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4" name="Google Shape;1954;p188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5" name="Google Shape;1955;p188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6" name="Google Shape;1956;p18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8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0" name="Google Shape;1960;p18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8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8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89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4" name="Google Shape;1964;p189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5" name="Google Shape;1965;p18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18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8" name="Google Shape;1968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19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19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9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9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73" name="Google Shape;1973;p19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4" name="Google Shape;1974;p19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5" name="Google Shape;1975;p19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19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8" name="Google Shape;1978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9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19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9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91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3" name="Google Shape;1983;p191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4" name="Google Shape;1984;p191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91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6" name="Google Shape;1986;p19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19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9" name="Google Shape;1989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19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19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9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9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4" name="Google Shape;1994;p19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5" name="Google Shape;1995;p19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p19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997" name="Google Shape;1997;p19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19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9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19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9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93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5" name="Google Shape;2005;p193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6" name="Google Shape;2006;p19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19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9" name="Google Shape;2009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0" name="Google Shape;2010;p19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19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19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3" name="Google Shape;2013;p19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14" name="Google Shape;2014;p19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5" name="Google Shape;2015;p19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6" name="Google Shape;2016;p19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7" name="Google Shape;2017;p19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8" name="Google Shape;2018;p19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1" name="Google Shape;2021;p19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2" name="Google Shape;2022;p19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3" name="Google Shape;2023;p19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4" name="Google Shape;2024;p19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25" name="Google Shape;2025;p1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19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8" name="Google Shape;2028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" name="Google Shape;2029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0" name="Google Shape;2030;p19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1" name="Google Shape;2031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19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19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5" name="Google Shape;2035;p19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6" name="Google Shape;2036;p19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7" name="Google Shape;2037;p19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9" name="Google Shape;2039;p1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1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9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2" name="Google Shape;2042;p19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3" name="Google Shape;2043;p19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4" name="Google Shape;2044;p19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5" name="Google Shape;2045;p19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6" name="Google Shape;2046;p19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7" name="Google Shape;2047;p19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197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oogle Shape;2050;p1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Google Shape;2051;p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2" name="Google Shape;2052;p19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3" name="Google Shape;2053;p19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4" name="Google Shape;2054;p19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5" name="Google Shape;2055;p19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" name="Google Shape;2056;p19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" name="Google Shape;2057;p19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" name="Google Shape;2058;p19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19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1" name="Google Shape;2061;p1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" name="Google Shape;2062;p1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3" name="Google Shape;2063;p199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4" name="Google Shape;2064;p199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5" name="Google Shape;2065;p199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6" name="Google Shape;2066;p19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19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9" name="Google Shape;2069;p2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0" name="Google Shape;2070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1" name="Google Shape;2071;p20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2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2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Google Shape;2075;p2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76" name="Google Shape;2076;p201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7" name="Google Shape;2077;p20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20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0" name="Google Shape;2080;p2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1" name="Google Shape;2081;p202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2082" name="Google Shape;2082;p20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20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0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5" name="Google Shape;2085;p202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6" name="Google Shape;2086;p202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8" name="Google Shape;2088;p2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0" name="Google Shape;2090;p20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1" name="Google Shape;2091;p20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2" name="Google Shape;2092;p20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3" name="Google Shape;2093;p20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203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">
    <p:bg>
      <p:bgPr>
        <a:solidFill>
          <a:srgbClr val="28566E"/>
        </a:solidFill>
        <a:effectLst/>
      </p:bgPr>
    </p:bg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6" name="Google Shape;2096;p2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7" name="Google Shape;2097;p20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20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20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0" name="Google Shape;2100;p20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1" name="Google Shape;2101;p20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20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20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4" name="Google Shape;2104;p20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5" name="Google Shape;2105;p20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20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204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9" name="Google Shape;2109;p2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0" name="Google Shape;2110;p20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11" name="Google Shape;2111;p20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20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3" name="Google Shape;2113;p20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4" name="Google Shape;2114;p20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5" name="Google Shape;2115;p20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6" name="Google Shape;2116;p205"/>
          <p:cNvSpPr txBox="1"/>
          <p:nvPr/>
        </p:nvSpPr>
        <p:spPr>
          <a:xfrm>
            <a:off x="5767754" y="-7502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20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205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0" name="Google Shape;2120;p2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21" name="Google Shape;2121;p20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2" name="Google Shape;2122;p20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20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4" name="Google Shape;2124;p20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5" name="Google Shape;2125;p206"/>
          <p:cNvSpPr/>
          <p:nvPr/>
        </p:nvSpPr>
        <p:spPr>
          <a:xfrm>
            <a:off x="229449" y="3216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6" name="Google Shape;2126;p206"/>
          <p:cNvSpPr txBox="1"/>
          <p:nvPr/>
        </p:nvSpPr>
        <p:spPr>
          <a:xfrm>
            <a:off x="495695" y="757428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8" name="Google Shape;2128;p2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9" name="Google Shape;2129;p2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130" name="Google Shape;2130;p207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1" name="Google Shape;2131;p207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2" name="Google Shape;2132;p207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3" name="Google Shape;2133;p2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2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Google Shape;2136;p2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7" name="Google Shape;2137;p2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8" name="Google Shape;2138;p208"/>
          <p:cNvSpPr txBox="1">
            <a:spLocks noGrp="1"/>
          </p:cNvSpPr>
          <p:nvPr>
            <p:ph type="body" idx="1"/>
          </p:nvPr>
        </p:nvSpPr>
        <p:spPr>
          <a:xfrm>
            <a:off x="3806396" y="2036189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9" name="Google Shape;2139;p208"/>
          <p:cNvSpPr txBox="1">
            <a:spLocks noGrp="1"/>
          </p:cNvSpPr>
          <p:nvPr>
            <p:ph type="body" idx="2"/>
          </p:nvPr>
        </p:nvSpPr>
        <p:spPr>
          <a:xfrm>
            <a:off x="3806396" y="3363540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0" name="Google Shape;2140;p208"/>
          <p:cNvSpPr txBox="1">
            <a:spLocks noGrp="1"/>
          </p:cNvSpPr>
          <p:nvPr>
            <p:ph type="body" idx="3"/>
          </p:nvPr>
        </p:nvSpPr>
        <p:spPr>
          <a:xfrm>
            <a:off x="8183525" y="4696970"/>
            <a:ext cx="32916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1" name="Google Shape;2141;p208"/>
          <p:cNvSpPr txBox="1">
            <a:spLocks noGrp="1"/>
          </p:cNvSpPr>
          <p:nvPr>
            <p:ph type="body" idx="4"/>
          </p:nvPr>
        </p:nvSpPr>
        <p:spPr>
          <a:xfrm>
            <a:off x="3806396" y="4676237"/>
            <a:ext cx="3276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2" name="Google Shape;2142;p208"/>
          <p:cNvSpPr txBox="1">
            <a:spLocks noGrp="1"/>
          </p:cNvSpPr>
          <p:nvPr>
            <p:ph type="body" idx="5"/>
          </p:nvPr>
        </p:nvSpPr>
        <p:spPr>
          <a:xfrm>
            <a:off x="8183525" y="2036512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3" name="Google Shape;2143;p208"/>
          <p:cNvSpPr txBox="1">
            <a:spLocks noGrp="1"/>
          </p:cNvSpPr>
          <p:nvPr>
            <p:ph type="body" idx="6"/>
          </p:nvPr>
        </p:nvSpPr>
        <p:spPr>
          <a:xfrm>
            <a:off x="8183525" y="3363864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4" name="Google Shape;2144;p208"/>
          <p:cNvSpPr txBox="1">
            <a:spLocks noGrp="1"/>
          </p:cNvSpPr>
          <p:nvPr>
            <p:ph type="body" idx="7"/>
          </p:nvPr>
        </p:nvSpPr>
        <p:spPr>
          <a:xfrm>
            <a:off x="2825335" y="912661"/>
            <a:ext cx="6246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5" name="Google Shape;2145;p208"/>
          <p:cNvSpPr txBox="1">
            <a:spLocks noGrp="1"/>
          </p:cNvSpPr>
          <p:nvPr>
            <p:ph type="body" idx="8"/>
          </p:nvPr>
        </p:nvSpPr>
        <p:spPr>
          <a:xfrm>
            <a:off x="3806397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6" name="Google Shape;2146;p208"/>
          <p:cNvSpPr txBox="1">
            <a:spLocks noGrp="1"/>
          </p:cNvSpPr>
          <p:nvPr>
            <p:ph type="body" idx="9"/>
          </p:nvPr>
        </p:nvSpPr>
        <p:spPr>
          <a:xfrm>
            <a:off x="3806397" y="3725169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7" name="Google Shape;2147;p208"/>
          <p:cNvSpPr txBox="1">
            <a:spLocks noGrp="1"/>
          </p:cNvSpPr>
          <p:nvPr>
            <p:ph type="body" idx="13"/>
          </p:nvPr>
        </p:nvSpPr>
        <p:spPr>
          <a:xfrm>
            <a:off x="3806397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8" name="Google Shape;2148;p208"/>
          <p:cNvSpPr txBox="1">
            <a:spLocks noGrp="1"/>
          </p:cNvSpPr>
          <p:nvPr>
            <p:ph type="body" idx="14"/>
          </p:nvPr>
        </p:nvSpPr>
        <p:spPr>
          <a:xfrm>
            <a:off x="8183525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9" name="Google Shape;2149;p208"/>
          <p:cNvSpPr txBox="1">
            <a:spLocks noGrp="1"/>
          </p:cNvSpPr>
          <p:nvPr>
            <p:ph type="body" idx="15"/>
          </p:nvPr>
        </p:nvSpPr>
        <p:spPr>
          <a:xfrm>
            <a:off x="8183525" y="3680360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0" name="Google Shape;2150;p208"/>
          <p:cNvSpPr txBox="1">
            <a:spLocks noGrp="1"/>
          </p:cNvSpPr>
          <p:nvPr>
            <p:ph type="body" idx="16"/>
          </p:nvPr>
        </p:nvSpPr>
        <p:spPr>
          <a:xfrm>
            <a:off x="8183525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1" name="Google Shape;2151;p208"/>
          <p:cNvSpPr txBox="1">
            <a:spLocks noGrp="1"/>
          </p:cNvSpPr>
          <p:nvPr>
            <p:ph type="body" idx="17"/>
          </p:nvPr>
        </p:nvSpPr>
        <p:spPr>
          <a:xfrm>
            <a:off x="2023316" y="2365587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2" name="Google Shape;2152;p208"/>
          <p:cNvSpPr txBox="1">
            <a:spLocks noGrp="1"/>
          </p:cNvSpPr>
          <p:nvPr>
            <p:ph type="body" idx="18"/>
          </p:nvPr>
        </p:nvSpPr>
        <p:spPr>
          <a:xfrm>
            <a:off x="2023316" y="3699769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3" name="Google Shape;2153;p208"/>
          <p:cNvSpPr txBox="1">
            <a:spLocks noGrp="1"/>
          </p:cNvSpPr>
          <p:nvPr>
            <p:ph type="body" idx="19"/>
          </p:nvPr>
        </p:nvSpPr>
        <p:spPr>
          <a:xfrm>
            <a:off x="2023316" y="4998823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4" name="Google Shape;2154;p208"/>
          <p:cNvSpPr txBox="1">
            <a:spLocks noGrp="1"/>
          </p:cNvSpPr>
          <p:nvPr>
            <p:ph type="body" idx="20"/>
          </p:nvPr>
        </p:nvSpPr>
        <p:spPr>
          <a:xfrm>
            <a:off x="7660284" y="2370667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5" name="Google Shape;2155;p208"/>
          <p:cNvSpPr txBox="1">
            <a:spLocks noGrp="1"/>
          </p:cNvSpPr>
          <p:nvPr>
            <p:ph type="body" idx="21"/>
          </p:nvPr>
        </p:nvSpPr>
        <p:spPr>
          <a:xfrm>
            <a:off x="7660284" y="3660040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6" name="Google Shape;2156;p208"/>
          <p:cNvSpPr txBox="1">
            <a:spLocks noGrp="1"/>
          </p:cNvSpPr>
          <p:nvPr>
            <p:ph type="body" idx="22"/>
          </p:nvPr>
        </p:nvSpPr>
        <p:spPr>
          <a:xfrm>
            <a:off x="7660284" y="5003903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7" name="Google Shape;2157;p20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208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" name="Google Shape;2160;p2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1" name="Google Shape;2161;p2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2" name="Google Shape;2162;p209"/>
          <p:cNvSpPr txBox="1">
            <a:spLocks noGrp="1"/>
          </p:cNvSpPr>
          <p:nvPr>
            <p:ph type="body" idx="1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3" name="Google Shape;2163;p209"/>
          <p:cNvSpPr txBox="1">
            <a:spLocks noGrp="1"/>
          </p:cNvSpPr>
          <p:nvPr>
            <p:ph type="body" idx="2"/>
          </p:nvPr>
        </p:nvSpPr>
        <p:spPr>
          <a:xfrm>
            <a:off x="3562371" y="1936680"/>
            <a:ext cx="327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4" name="Google Shape;2164;p209"/>
          <p:cNvSpPr txBox="1">
            <a:spLocks noGrp="1"/>
          </p:cNvSpPr>
          <p:nvPr>
            <p:ph type="body" idx="3"/>
          </p:nvPr>
        </p:nvSpPr>
        <p:spPr>
          <a:xfrm>
            <a:off x="3562371" y="245443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5" name="Google Shape;2165;p209"/>
          <p:cNvSpPr txBox="1">
            <a:spLocks noGrp="1"/>
          </p:cNvSpPr>
          <p:nvPr>
            <p:ph type="body" idx="4"/>
          </p:nvPr>
        </p:nvSpPr>
        <p:spPr>
          <a:xfrm>
            <a:off x="3562371" y="3351392"/>
            <a:ext cx="32796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6" name="Google Shape;2166;p209"/>
          <p:cNvSpPr txBox="1">
            <a:spLocks noGrp="1"/>
          </p:cNvSpPr>
          <p:nvPr>
            <p:ph type="body" idx="5"/>
          </p:nvPr>
        </p:nvSpPr>
        <p:spPr>
          <a:xfrm>
            <a:off x="3580631" y="3950371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7" name="Google Shape;2167;p209"/>
          <p:cNvSpPr txBox="1">
            <a:spLocks noGrp="1"/>
          </p:cNvSpPr>
          <p:nvPr>
            <p:ph type="body" idx="6"/>
          </p:nvPr>
        </p:nvSpPr>
        <p:spPr>
          <a:xfrm>
            <a:off x="3580630" y="4736672"/>
            <a:ext cx="3261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8" name="Google Shape;2168;p209"/>
          <p:cNvSpPr txBox="1">
            <a:spLocks noGrp="1"/>
          </p:cNvSpPr>
          <p:nvPr>
            <p:ph type="body" idx="7"/>
          </p:nvPr>
        </p:nvSpPr>
        <p:spPr>
          <a:xfrm>
            <a:off x="3580630" y="522157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9" name="Google Shape;2169;p209"/>
          <p:cNvSpPr txBox="1">
            <a:spLocks noGrp="1"/>
          </p:cNvSpPr>
          <p:nvPr>
            <p:ph type="body" idx="8"/>
          </p:nvPr>
        </p:nvSpPr>
        <p:spPr>
          <a:xfrm>
            <a:off x="8011121" y="1942710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0" name="Google Shape;2170;p209"/>
          <p:cNvSpPr txBox="1">
            <a:spLocks noGrp="1"/>
          </p:cNvSpPr>
          <p:nvPr>
            <p:ph type="body" idx="9"/>
          </p:nvPr>
        </p:nvSpPr>
        <p:spPr>
          <a:xfrm>
            <a:off x="8011122" y="2454431"/>
            <a:ext cx="324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1" name="Google Shape;2171;p209"/>
          <p:cNvSpPr txBox="1">
            <a:spLocks noGrp="1"/>
          </p:cNvSpPr>
          <p:nvPr>
            <p:ph type="body" idx="13"/>
          </p:nvPr>
        </p:nvSpPr>
        <p:spPr>
          <a:xfrm>
            <a:off x="8011121" y="3345736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2" name="Google Shape;2172;p209"/>
          <p:cNvSpPr txBox="1">
            <a:spLocks noGrp="1"/>
          </p:cNvSpPr>
          <p:nvPr>
            <p:ph type="body" idx="14"/>
          </p:nvPr>
        </p:nvSpPr>
        <p:spPr>
          <a:xfrm>
            <a:off x="8011122" y="3950370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3" name="Google Shape;2173;p209"/>
          <p:cNvSpPr txBox="1">
            <a:spLocks noGrp="1"/>
          </p:cNvSpPr>
          <p:nvPr>
            <p:ph type="body" idx="15"/>
          </p:nvPr>
        </p:nvSpPr>
        <p:spPr>
          <a:xfrm>
            <a:off x="8011121" y="4728892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4" name="Google Shape;2174;p209"/>
          <p:cNvSpPr txBox="1">
            <a:spLocks noGrp="1"/>
          </p:cNvSpPr>
          <p:nvPr>
            <p:ph type="body" idx="16"/>
          </p:nvPr>
        </p:nvSpPr>
        <p:spPr>
          <a:xfrm>
            <a:off x="8011122" y="5222647"/>
            <a:ext cx="3242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5" name="Google Shape;2175;p20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209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8" name="Google Shape;2178;p2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0" name="Google Shape;2180;p210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1" name="Google Shape;2181;p210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2" name="Google Shape;2182;p210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83" name="Google Shape;2183;p2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2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6" name="Google Shape;2186;p2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7" name="Google Shape;2187;p2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8" name="Google Shape;2188;p211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211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0" name="Google Shape;2190;p2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2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3" name="Google Shape;2193;p2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21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212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96" name="Google Shape;2196;p212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8" name="Google Shape;2198;p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9" name="Google Shape;2199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0" name="Google Shape;2200;p21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1" name="Google Shape;2201;p21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2" name="Google Shape;2202;p21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3" name="Google Shape;2203;p21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213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6" name="Google Shape;2206;p2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07" name="Google Shape;2207;p21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2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2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2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1" name="Google Shape;2211;p2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2" name="Google Shape;2212;p21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21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2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5" name="Google Shape;2215;p2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6" name="Google Shape;2216;p21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2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9" name="Google Shape;2219;p2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0" name="Google Shape;2220;p21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21" name="Google Shape;2221;p2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2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3" name="Google Shape;2223;p2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4" name="Google Shape;2224;p2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5" name="Google Shape;2225;p2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6" name="Google Shape;2226;p2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215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9" name="Google Shape;2229;p2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0" name="Google Shape;2230;p2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1" name="Google Shape;2231;p2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2" name="Google Shape;2232;p2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3" name="Google Shape;2233;p2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4" name="Google Shape;2234;p2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5" name="Google Shape;2235;p2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2">
  <p:cSld name="3_Atividade_seminario2">
    <p:spTree>
      <p:nvGrpSpPr>
        <p:cNvPr id="1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7" name="Google Shape;2237;p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8" name="Google Shape;2238;p2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9" name="Google Shape;2239;p217"/>
          <p:cNvSpPr txBox="1">
            <a:spLocks noGrp="1"/>
          </p:cNvSpPr>
          <p:nvPr>
            <p:ph type="body" idx="1"/>
          </p:nvPr>
        </p:nvSpPr>
        <p:spPr>
          <a:xfrm>
            <a:off x="5327897" y="131009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0" name="Google Shape;2240;p217"/>
          <p:cNvSpPr txBox="1">
            <a:spLocks noGrp="1"/>
          </p:cNvSpPr>
          <p:nvPr>
            <p:ph type="body" idx="2"/>
          </p:nvPr>
        </p:nvSpPr>
        <p:spPr>
          <a:xfrm>
            <a:off x="5327897" y="271436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1" name="Google Shape;2241;p217"/>
          <p:cNvSpPr txBox="1">
            <a:spLocks noGrp="1"/>
          </p:cNvSpPr>
          <p:nvPr>
            <p:ph type="body" idx="3"/>
          </p:nvPr>
        </p:nvSpPr>
        <p:spPr>
          <a:xfrm>
            <a:off x="5327897" y="415273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2" name="Google Shape;2242;p217"/>
          <p:cNvSpPr txBox="1">
            <a:spLocks noGrp="1"/>
          </p:cNvSpPr>
          <p:nvPr>
            <p:ph type="body" idx="4"/>
          </p:nvPr>
        </p:nvSpPr>
        <p:spPr>
          <a:xfrm>
            <a:off x="5327897" y="555700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3" name="Google Shape;2243;p217"/>
          <p:cNvSpPr txBox="1">
            <a:spLocks noGrp="1"/>
          </p:cNvSpPr>
          <p:nvPr>
            <p:ph type="body" idx="5"/>
          </p:nvPr>
        </p:nvSpPr>
        <p:spPr>
          <a:xfrm>
            <a:off x="526578" y="3658093"/>
            <a:ext cx="2403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4" name="Google Shape;2244;p217"/>
          <p:cNvSpPr txBox="1">
            <a:spLocks noGrp="1"/>
          </p:cNvSpPr>
          <p:nvPr>
            <p:ph type="body" idx="6"/>
          </p:nvPr>
        </p:nvSpPr>
        <p:spPr>
          <a:xfrm>
            <a:off x="854491" y="4775003"/>
            <a:ext cx="173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5" name="Google Shape;2245;p217"/>
          <p:cNvSpPr txBox="1">
            <a:spLocks noGrp="1"/>
          </p:cNvSpPr>
          <p:nvPr>
            <p:ph type="body" idx="7"/>
          </p:nvPr>
        </p:nvSpPr>
        <p:spPr>
          <a:xfrm>
            <a:off x="882213" y="5217603"/>
            <a:ext cx="1705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6" name="Google Shape;2246;p21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21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7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9" name="Google Shape;2249;p218"/>
          <p:cNvCxnSpPr/>
          <p:nvPr/>
        </p:nvCxnSpPr>
        <p:spPr>
          <a:xfrm>
            <a:off x="4826925" y="514807"/>
            <a:ext cx="0" cy="634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2250" name="Google Shape;2250;p218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218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218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3" name="Google Shape;2253;p218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4" name="Google Shape;2254;p218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p218"/>
          <p:cNvSpPr/>
          <p:nvPr/>
        </p:nvSpPr>
        <p:spPr>
          <a:xfrm>
            <a:off x="4526924" y="710099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218"/>
          <p:cNvSpPr/>
          <p:nvPr/>
        </p:nvSpPr>
        <p:spPr>
          <a:xfrm>
            <a:off x="4526925" y="2089345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218"/>
          <p:cNvSpPr/>
          <p:nvPr/>
        </p:nvSpPr>
        <p:spPr>
          <a:xfrm>
            <a:off x="4526925" y="3556316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218"/>
          <p:cNvSpPr/>
          <p:nvPr/>
        </p:nvSpPr>
        <p:spPr>
          <a:xfrm>
            <a:off x="4526925" y="5023287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21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21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219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3" name="Google Shape;2263;p219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219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5" name="Google Shape;2265;p219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6" name="Google Shape;2266;p219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219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8" name="Google Shape;2268;p219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69" name="Google Shape;2269;p219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0" name="Google Shape;2270;p219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1" name="Google Shape;2271;p219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2" name="Google Shape;2272;p219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3" name="Google Shape;2273;p219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4" name="Google Shape;2274;p219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5" name="Google Shape;2275;p219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6" name="Google Shape;2276;p219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7" name="Google Shape;2277;p219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8" name="Google Shape;2278;p219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9" name="Google Shape;2279;p2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2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220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3" name="Google Shape;2283;p220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4" name="Google Shape;2284;p220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p220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220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7" name="Google Shape;2287;p220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8" name="Google Shape;2288;p220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9" name="Google Shape;2289;p220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0" name="Google Shape;2290;p220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1" name="Google Shape;2291;p22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220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3" name="Google Shape;2293;p2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220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5" name="Google Shape;2295;p220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2296" name="Google Shape;2296;p22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22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9" name="Google Shape;2299;p2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221"/>
          <p:cNvSpPr/>
          <p:nvPr/>
        </p:nvSpPr>
        <p:spPr>
          <a:xfrm>
            <a:off x="3426936" y="0"/>
            <a:ext cx="8781600" cy="685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22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2" name="Google Shape;2302;p22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3" name="Google Shape;2303;p22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4" name="Google Shape;2304;p22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305" name="Google Shape;2305;p221"/>
          <p:cNvSpPr txBox="1"/>
          <p:nvPr/>
        </p:nvSpPr>
        <p:spPr>
          <a:xfrm>
            <a:off x="2830286" y="-402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6" name="Google Shape;2306;p221"/>
          <p:cNvSpPr txBox="1"/>
          <p:nvPr/>
        </p:nvSpPr>
        <p:spPr>
          <a:xfrm>
            <a:off x="5116286" y="-6966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221"/>
          <p:cNvSpPr txBox="1"/>
          <p:nvPr/>
        </p:nvSpPr>
        <p:spPr>
          <a:xfrm>
            <a:off x="4996543" y="-7075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22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09" name="Google Shape;2309;p22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0" name="Google Shape;2310;p22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1" name="Google Shape;2311;p22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2" name="Google Shape;2312;p22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3" name="Google Shape;2313;p22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4" name="Google Shape;2314;p22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5" name="Google Shape;2315;p22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6" name="Google Shape;2316;p22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7" name="Google Shape;2317;p22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8" name="Google Shape;2318;p22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22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1" name="Google Shape;2321;p2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2" name="Google Shape;2322;p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3" name="Google Shape;2323;p222"/>
          <p:cNvSpPr txBox="1">
            <a:spLocks noGrp="1"/>
          </p:cNvSpPr>
          <p:nvPr>
            <p:ph type="body" idx="1"/>
          </p:nvPr>
        </p:nvSpPr>
        <p:spPr>
          <a:xfrm>
            <a:off x="2832100" y="1670050"/>
            <a:ext cx="8988300" cy="22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4" name="Google Shape;2324;p222"/>
          <p:cNvSpPr txBox="1">
            <a:spLocks noGrp="1"/>
          </p:cNvSpPr>
          <p:nvPr>
            <p:ph type="body" idx="2"/>
          </p:nvPr>
        </p:nvSpPr>
        <p:spPr>
          <a:xfrm>
            <a:off x="4282082" y="5119381"/>
            <a:ext cx="75384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5" name="Google Shape;2325;p2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6" name="Google Shape;2326;p2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5">
    <p:spTree>
      <p:nvGrpSpPr>
        <p:cNvPr id="1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8" name="Google Shape;2328;p2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9" name="Google Shape;2329;p2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223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1" name="Google Shape;2331;p223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2" name="Google Shape;2332;p223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33" name="Google Shape;2333;p22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22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6"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6" name="Google Shape;2336;p2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7" name="Google Shape;2337;p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8" name="Google Shape;2338;p224"/>
          <p:cNvSpPr txBox="1">
            <a:spLocks noGrp="1"/>
          </p:cNvSpPr>
          <p:nvPr>
            <p:ph type="body" idx="1"/>
          </p:nvPr>
        </p:nvSpPr>
        <p:spPr>
          <a:xfrm>
            <a:off x="2887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9" name="Google Shape;2339;p224"/>
          <p:cNvSpPr txBox="1">
            <a:spLocks noGrp="1"/>
          </p:cNvSpPr>
          <p:nvPr>
            <p:ph type="body" idx="2"/>
          </p:nvPr>
        </p:nvSpPr>
        <p:spPr>
          <a:xfrm>
            <a:off x="7459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0" name="Google Shape;2340;p22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1" name="Google Shape;2341;p22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7">
    <p:spTree>
      <p:nvGrpSpPr>
        <p:cNvPr id="1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3" name="Google Shape;2343;p2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4" name="Google Shape;2344;p2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5" name="Google Shape;2345;p225"/>
          <p:cNvSpPr>
            <a:spLocks noGrp="1"/>
          </p:cNvSpPr>
          <p:nvPr>
            <p:ph type="pic" idx="2"/>
          </p:nvPr>
        </p:nvSpPr>
        <p:spPr>
          <a:xfrm>
            <a:off x="2805141" y="809469"/>
            <a:ext cx="9004500" cy="491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346" name="Google Shape;2346;p225"/>
          <p:cNvSpPr txBox="1">
            <a:spLocks noGrp="1"/>
          </p:cNvSpPr>
          <p:nvPr>
            <p:ph type="body" idx="1"/>
          </p:nvPr>
        </p:nvSpPr>
        <p:spPr>
          <a:xfrm>
            <a:off x="2805142" y="5849999"/>
            <a:ext cx="90048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7" name="Google Shape;2347;p22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p22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2"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0" name="Google Shape;2350;p2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1" name="Google Shape;2351;p2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2" name="Google Shape;2352;p226"/>
          <p:cNvSpPr txBox="1">
            <a:spLocks noGrp="1"/>
          </p:cNvSpPr>
          <p:nvPr>
            <p:ph type="body" idx="1"/>
          </p:nvPr>
        </p:nvSpPr>
        <p:spPr>
          <a:xfrm>
            <a:off x="3799868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3" name="Google Shape;2353;p226"/>
          <p:cNvSpPr txBox="1">
            <a:spLocks noGrp="1"/>
          </p:cNvSpPr>
          <p:nvPr>
            <p:ph type="body" idx="2"/>
          </p:nvPr>
        </p:nvSpPr>
        <p:spPr>
          <a:xfrm>
            <a:off x="3799868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4" name="Google Shape;2354;p226"/>
          <p:cNvSpPr txBox="1">
            <a:spLocks noGrp="1"/>
          </p:cNvSpPr>
          <p:nvPr>
            <p:ph type="body" idx="3"/>
          </p:nvPr>
        </p:nvSpPr>
        <p:spPr>
          <a:xfrm>
            <a:off x="3799868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5" name="Google Shape;2355;p226"/>
          <p:cNvSpPr txBox="1">
            <a:spLocks noGrp="1"/>
          </p:cNvSpPr>
          <p:nvPr>
            <p:ph type="body" idx="4"/>
          </p:nvPr>
        </p:nvSpPr>
        <p:spPr>
          <a:xfrm>
            <a:off x="7828529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6" name="Google Shape;2356;p226"/>
          <p:cNvSpPr txBox="1">
            <a:spLocks noGrp="1"/>
          </p:cNvSpPr>
          <p:nvPr>
            <p:ph type="body" idx="5"/>
          </p:nvPr>
        </p:nvSpPr>
        <p:spPr>
          <a:xfrm>
            <a:off x="7828529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7" name="Google Shape;2357;p226"/>
          <p:cNvSpPr txBox="1">
            <a:spLocks noGrp="1"/>
          </p:cNvSpPr>
          <p:nvPr>
            <p:ph type="body" idx="6"/>
          </p:nvPr>
        </p:nvSpPr>
        <p:spPr>
          <a:xfrm>
            <a:off x="7828529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8" name="Google Shape;2358;p22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22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1" name="Google Shape;2361;p2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2" name="Google Shape;2362;p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2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4" name="Google Shape;2364;p2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5" name="Google Shape;2365;p2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6" name="Google Shape;2366;p2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7" name="Google Shape;2367;p2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8" name="Google Shape;2368;p2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9" name="Google Shape;2369;p2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0" name="Google Shape;2370;p22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p22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3" name="Google Shape;2373;p2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4" name="Google Shape;2374;p2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5" name="Google Shape;2375;p228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6" name="Google Shape;2376;p228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7" name="Google Shape;2377;p228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8" name="Google Shape;2378;p228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9" name="Google Shape;2379;p228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0" name="Google Shape;2380;p228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1" name="Google Shape;2381;p228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2" name="Google Shape;2382;p22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p22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5" name="Google Shape;2385;p2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6" name="Google Shape;2386;p2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7" name="Google Shape;2387;p22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8" name="Google Shape;2388;p229"/>
          <p:cNvSpPr txBox="1">
            <a:spLocks noGrp="1"/>
          </p:cNvSpPr>
          <p:nvPr>
            <p:ph type="body" idx="1"/>
          </p:nvPr>
        </p:nvSpPr>
        <p:spPr>
          <a:xfrm>
            <a:off x="3243943" y="3429000"/>
            <a:ext cx="77109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9" name="Google Shape;2389;p229"/>
          <p:cNvSpPr txBox="1">
            <a:spLocks noGrp="1"/>
          </p:cNvSpPr>
          <p:nvPr>
            <p:ph type="body" idx="2"/>
          </p:nvPr>
        </p:nvSpPr>
        <p:spPr>
          <a:xfrm>
            <a:off x="3243943" y="1027011"/>
            <a:ext cx="7710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0" name="Google Shape;2390;p229"/>
          <p:cNvSpPr txBox="1">
            <a:spLocks noGrp="1"/>
          </p:cNvSpPr>
          <p:nvPr>
            <p:ph type="body" idx="3"/>
          </p:nvPr>
        </p:nvSpPr>
        <p:spPr>
          <a:xfrm>
            <a:off x="4226076" y="1962047"/>
            <a:ext cx="64878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1" name="Google Shape;2391;p229"/>
          <p:cNvSpPr txBox="1">
            <a:spLocks noGrp="1"/>
          </p:cNvSpPr>
          <p:nvPr>
            <p:ph type="body" idx="4"/>
          </p:nvPr>
        </p:nvSpPr>
        <p:spPr>
          <a:xfrm>
            <a:off x="4247847" y="2910228"/>
            <a:ext cx="47445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2" name="Google Shape;2392;p22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3" name="Google Shape;2393;p22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5" name="Google Shape;2395;p2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396" name="Google Shape;2396;p23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97" name="Google Shape;2397;p23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23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5"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0" name="Google Shape;2400;p2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1" name="Google Shape;2401;p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2" name="Google Shape;2402;p23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3" name="Google Shape;2403;p23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4" name="Google Shape;2404;p23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5" name="Google Shape;2405;p23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23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8" name="Google Shape;2408;p2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09" name="Google Shape;2409;p23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23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23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2" name="Google Shape;2412;p23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3" name="Google Shape;2413;p23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p23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23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6" name="Google Shape;2416;p23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7" name="Google Shape;2417;p232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8" name="Google Shape;2418;p232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p23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232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1">
    <p:bg>
      <p:bgPr>
        <a:solidFill>
          <a:srgbClr val="28566E"/>
        </a:solidFill>
        <a:effectLst/>
      </p:bgPr>
    </p:bg>
    <p:spTree>
      <p:nvGrpSpPr>
        <p:cNvPr id="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2" name="Google Shape;2422;p2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3" name="Google Shape;2423;p233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24" name="Google Shape;2424;p23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23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6" name="Google Shape;2426;p23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7" name="Google Shape;2427;p23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8" name="Google Shape;2428;p23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9" name="Google Shape;2429;p23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23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2" name="Google Shape;2432;p2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207" y="4956"/>
            <a:ext cx="268223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33" name="Google Shape;2433;p234"/>
          <p:cNvSpPr>
            <a:spLocks noGrp="1"/>
          </p:cNvSpPr>
          <p:nvPr>
            <p:ph type="pic" idx="2"/>
          </p:nvPr>
        </p:nvSpPr>
        <p:spPr>
          <a:xfrm>
            <a:off x="3028950" y="1507375"/>
            <a:ext cx="8791200" cy="468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34" name="Google Shape;2434;p234"/>
          <p:cNvSpPr txBox="1">
            <a:spLocks noGrp="1"/>
          </p:cNvSpPr>
          <p:nvPr>
            <p:ph type="body" idx="1"/>
          </p:nvPr>
        </p:nvSpPr>
        <p:spPr>
          <a:xfrm>
            <a:off x="3028950" y="342452"/>
            <a:ext cx="8791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5" name="Google Shape;2435;p23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234"/>
          <p:cNvSpPr txBox="1">
            <a:spLocks noGrp="1"/>
          </p:cNvSpPr>
          <p:nvPr>
            <p:ph type="body" idx="3"/>
          </p:nvPr>
        </p:nvSpPr>
        <p:spPr>
          <a:xfrm>
            <a:off x="3028951" y="6285262"/>
            <a:ext cx="8791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7" name="Google Shape;2437;p234"/>
          <p:cNvSpPr txBox="1"/>
          <p:nvPr/>
        </p:nvSpPr>
        <p:spPr>
          <a:xfrm>
            <a:off x="2553629" y="-32338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8" name="Google Shape;2438;p23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23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23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2" name="Google Shape;2442;p23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3" name="Google Shape;2443;p23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4" name="Google Shape;2444;p23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6" name="Google Shape;2446;p2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p236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236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9" name="Google Shape;2449;p236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0" name="Google Shape;2450;p236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1" name="Google Shape;2451;p236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3" name="Google Shape;2453;p2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54" name="Google Shape;2454;p237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5" name="Google Shape;2455;p237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6" name="Google Shape;2456;p23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" name="Google Shape;2458;p2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9" name="Google Shape;2459;p23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60" name="Google Shape;2460;p23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61" name="Google Shape;2461;p23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2" name="Google Shape;2462;p23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3" name="Google Shape;2463;p23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4" name="Google Shape;2464;p23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23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23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23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23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23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1" name="Google Shape;2471;p2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472" name="Google Shape;2472;p23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3" name="Google Shape;2473;p23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4" name="Google Shape;2474;p23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6" name="Google Shape;2476;p2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7" name="Google Shape;2477;p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8" name="Google Shape;2478;p24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9" name="Google Shape;2479;p24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1" name="Google Shape;2481;p2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2" name="Google Shape;2482;p24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483" name="Google Shape;2483;p24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24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24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6" name="Google Shape;2486;p24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7" name="Google Shape;2487;p24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24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 2">
    <p:spTree>
      <p:nvGrpSpPr>
        <p:cNvPr id="1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p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 2">
    <p:spTree>
      <p:nvGrpSpPr>
        <p:cNvPr id="1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4" name="Google Shape;2494;p2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5" name="Google Shape;2495;p24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6" name="Google Shape;2496;p24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24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8" name="Google Shape;2498;p24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499" name="Google Shape;2499;p24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00" name="Google Shape;2500;p24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1" name="Google Shape;2501;p24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2" name="Google Shape;2502;p24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3" name="Google Shape;2503;p24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4" name="Google Shape;2504;p24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5" name="Google Shape;2505;p24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6" name="Google Shape;2506;p24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7" name="Google Shape;2507;p24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8" name="Google Shape;2508;p24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9" name="Google Shape;2509;p24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0" name="Google Shape;2510;p24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2" name="Google Shape;2512;p246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3" name="Google Shape;2513;p246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4" name="Google Shape;2514;p246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15" name="Google Shape;2515;p246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6" name="Google Shape;2516;p246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7" name="Google Shape;2517;p246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8" name="Google Shape;2518;p246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9" name="Google Shape;2519;p246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1" name="Google Shape;2521;p2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2" name="Google Shape;2522;p2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3" name="Google Shape;2523;p24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4" name="Google Shape;2524;p24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5" name="Google Shape;2525;p24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6" name="Google Shape;2526;p24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7" name="Google Shape;2527;p24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8" name="Google Shape;2528;p24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9" name="Google Shape;2529;p24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24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3">
    <p:spTree>
      <p:nvGrpSpPr>
        <p:cNvPr id="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2" name="Google Shape;2532;p2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3" name="Google Shape;2533;p24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4" name="Google Shape;2534;p2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535" name="Google Shape;2535;p24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6" name="Google Shape;2536;p24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7" name="Google Shape;2537;p24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8" name="Google Shape;2538;p24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9" name="Google Shape;2539;p24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0" name="Google Shape;2540;p24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1" name="Google Shape;2541;p24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3" name="Google Shape;2543;p2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4" name="Google Shape;2544;p24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45" name="Google Shape;2545;p24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46" name="Google Shape;2546;p249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47" name="Google Shape;2547;p249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24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24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1" name="Google Shape;2551;p2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2" name="Google Shape;2552;p2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3" name="Google Shape;2553;p250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54" name="Google Shape;2554;p250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5" name="Google Shape;2555;p250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6" name="Google Shape;2556;p250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7" name="Google Shape;2557;p25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25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" name="Google Shape;2560;p2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1" name="Google Shape;2561;p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2" name="Google Shape;2562;p251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63" name="Google Shape;2563;p251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4" name="Google Shape;2564;p251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5" name="Google Shape;2565;p251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6" name="Google Shape;2566;p25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25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9" name="Google Shape;2569;p2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0" name="Google Shape;2570;p2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1" name="Google Shape;2571;p252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72" name="Google Shape;2572;p252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3" name="Google Shape;2573;p252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4" name="Google Shape;2574;p252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5" name="Google Shape;2575;p252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76" name="Google Shape;2576;p252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7" name="Google Shape;2577;p252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8" name="Google Shape;2578;p252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9" name="Google Shape;2579;p252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0" name="Google Shape;2580;p25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1" name="Google Shape;2581;p25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25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4" name="Google Shape;2584;p2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5" name="Google Shape;2585;p2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6" name="Google Shape;2586;p25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87" name="Google Shape;2587;p25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8" name="Google Shape;2588;p25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9" name="Google Shape;2589;p25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0" name="Google Shape;2590;p25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91" name="Google Shape;2591;p25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2" name="Google Shape;2592;p25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3" name="Google Shape;2593;p25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4" name="Google Shape;2594;p25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5" name="Google Shape;2595;p25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6" name="Google Shape;2596;p25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p25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4" name="Google Shape;2614;p2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5" name="Google Shape;2615;p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6" name="Google Shape;2616;p25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17" name="Google Shape;2617;p25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8" name="Google Shape;2618;p25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9" name="Google Shape;2619;p25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0" name="Google Shape;2620;p25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1" name="Google Shape;2621;p25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2" name="Google Shape;2622;p25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3" name="Google Shape;2623;p25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4" name="Google Shape;2624;p25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5" name="Google Shape;2625;p25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6" name="Google Shape;2626;p25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27" name="Google Shape;2627;p25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8" name="Google Shape;2628;p2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9" name="Google Shape;2629;p2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1" name="Google Shape;2631;p2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2" name="Google Shape;2632;p2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3" name="Google Shape;2633;p25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34" name="Google Shape;2634;p25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5" name="Google Shape;2635;p25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6" name="Google Shape;2636;p25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7" name="Google Shape;2637;p25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38" name="Google Shape;2638;p25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39" name="Google Shape;2639;p25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0" name="Google Shape;2640;p25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1" name="Google Shape;2641;p25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2" name="Google Shape;2642;p25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3" name="Google Shape;2643;p25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44" name="Google Shape;2644;p25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45" name="Google Shape;2645;p2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6" name="Google Shape;2646;p2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8" name="Google Shape;2648;p2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9" name="Google Shape;2649;p2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0" name="Google Shape;2650;p25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51" name="Google Shape;2651;p25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2" name="Google Shape;2652;p25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3" name="Google Shape;2653;p25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4" name="Google Shape;2654;p25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55" name="Google Shape;2655;p25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6" name="Google Shape;2656;p25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7" name="Google Shape;2657;p25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8" name="Google Shape;2658;p25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9" name="Google Shape;2659;p25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0" name="Google Shape;2660;p25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61" name="Google Shape;2661;p25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62" name="Google Shape;2662;p2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2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5" name="Google Shape;2665;p2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6" name="Google Shape;2666;p2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7" name="Google Shape;2667;p25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8" name="Google Shape;2668;p25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9" name="Google Shape;2669;p25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0" name="Google Shape;2670;p25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2671" name="Google Shape;2671;p2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672" name="Google Shape;2672;p25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3" name="Google Shape;2673;p25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4" name="Google Shape;2674;p25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5" name="Google Shape;2675;p25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6" name="Google Shape;2676;p25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7" name="Google Shape;2677;p25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8" name="Google Shape;2678;p25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9" name="Google Shape;2679;p25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0" name="Google Shape;2680;p2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2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3"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3" name="Google Shape;2683;p2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4" name="Google Shape;2684;p2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5" name="Google Shape;2685;p25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6" name="Google Shape;2686;p2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2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8">
    <p:spTree>
      <p:nvGrpSpPr>
        <p:cNvPr id="1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9" name="Google Shape;2689;p2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0" name="Google Shape;2690;p2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1" name="Google Shape;2691;p260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92" name="Google Shape;2692;p260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3" name="Google Shape;2693;p260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4" name="Google Shape;2694;p2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2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697;p26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8" name="Google Shape;2698;p261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99" name="Google Shape;2699;p261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5">
    <p:spTree>
      <p:nvGrpSpPr>
        <p:cNvPr id="1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p26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 2">
    <p:bg>
      <p:bgPr>
        <a:solidFill>
          <a:schemeClr val="lt1"/>
        </a:solidFill>
        <a:effectLst/>
      </p:bgPr>
    </p:bg>
    <p:spTree>
      <p:nvGrpSpPr>
        <p:cNvPr id="1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3" name="Google Shape;2703;p2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4" name="Google Shape;2704;p2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5" name="Google Shape;2705;p263"/>
          <p:cNvSpPr txBox="1">
            <a:spLocks noGrp="1"/>
          </p:cNvSpPr>
          <p:nvPr>
            <p:ph type="body" idx="1"/>
          </p:nvPr>
        </p:nvSpPr>
        <p:spPr>
          <a:xfrm>
            <a:off x="3104707" y="1664759"/>
            <a:ext cx="8240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706" name="Google Shape;2706;p263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707" name="Google Shape;2707;p263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08" name="Google Shape;2708;p263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2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2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81.xml"/><Relationship Id="rId39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7.xml"/><Relationship Id="rId47" Type="http://schemas.openxmlformats.org/officeDocument/2006/relationships/slideLayout" Target="../slideLayouts/slideLayout102.xml"/><Relationship Id="rId50" Type="http://schemas.openxmlformats.org/officeDocument/2006/relationships/slideLayout" Target="../slideLayouts/slideLayout105.xml"/><Relationship Id="rId55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9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2.xml"/><Relationship Id="rId40" Type="http://schemas.openxmlformats.org/officeDocument/2006/relationships/slideLayout" Target="../slideLayouts/slideLayout95.xml"/><Relationship Id="rId45" Type="http://schemas.openxmlformats.org/officeDocument/2006/relationships/slideLayout" Target="../slideLayouts/slideLayout100.xml"/><Relationship Id="rId53" Type="http://schemas.openxmlformats.org/officeDocument/2006/relationships/slideLayout" Target="../slideLayouts/slideLayout108.xml"/><Relationship Id="rId58" Type="http://schemas.openxmlformats.org/officeDocument/2006/relationships/theme" Target="../theme/theme2.xml"/><Relationship Id="rId5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74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90.xml"/><Relationship Id="rId43" Type="http://schemas.openxmlformats.org/officeDocument/2006/relationships/slideLayout" Target="../slideLayouts/slideLayout98.xml"/><Relationship Id="rId48" Type="http://schemas.openxmlformats.org/officeDocument/2006/relationships/slideLayout" Target="../slideLayouts/slideLayout103.xml"/><Relationship Id="rId56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63.xml"/><Relationship Id="rId51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93.xml"/><Relationship Id="rId46" Type="http://schemas.openxmlformats.org/officeDocument/2006/relationships/slideLayout" Target="../slideLayouts/slideLayout101.xml"/><Relationship Id="rId20" Type="http://schemas.openxmlformats.org/officeDocument/2006/relationships/slideLayout" Target="../slideLayouts/slideLayout75.xml"/><Relationship Id="rId41" Type="http://schemas.openxmlformats.org/officeDocument/2006/relationships/slideLayout" Target="../slideLayouts/slideLayout96.xml"/><Relationship Id="rId54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91.xml"/><Relationship Id="rId49" Type="http://schemas.openxmlformats.org/officeDocument/2006/relationships/slideLayout" Target="../slideLayouts/slideLayout104.xml"/><Relationship Id="rId57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86.xml"/><Relationship Id="rId44" Type="http://schemas.openxmlformats.org/officeDocument/2006/relationships/slideLayout" Target="../slideLayouts/slideLayout99.xml"/><Relationship Id="rId52" Type="http://schemas.openxmlformats.org/officeDocument/2006/relationships/slideLayout" Target="../slideLayouts/slideLayout107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38.xml"/><Relationship Id="rId21" Type="http://schemas.openxmlformats.org/officeDocument/2006/relationships/slideLayout" Target="../slideLayouts/slideLayout133.xml"/><Relationship Id="rId42" Type="http://schemas.openxmlformats.org/officeDocument/2006/relationships/slideLayout" Target="../slideLayouts/slideLayout154.xml"/><Relationship Id="rId47" Type="http://schemas.openxmlformats.org/officeDocument/2006/relationships/slideLayout" Target="../slideLayouts/slideLayout159.xml"/><Relationship Id="rId63" Type="http://schemas.openxmlformats.org/officeDocument/2006/relationships/slideLayout" Target="../slideLayouts/slideLayout175.xml"/><Relationship Id="rId68" Type="http://schemas.openxmlformats.org/officeDocument/2006/relationships/slideLayout" Target="../slideLayouts/slideLayout180.xml"/><Relationship Id="rId16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23.xml"/><Relationship Id="rId32" Type="http://schemas.openxmlformats.org/officeDocument/2006/relationships/slideLayout" Target="../slideLayouts/slideLayout144.xml"/><Relationship Id="rId37" Type="http://schemas.openxmlformats.org/officeDocument/2006/relationships/slideLayout" Target="../slideLayouts/slideLayout149.xml"/><Relationship Id="rId53" Type="http://schemas.openxmlformats.org/officeDocument/2006/relationships/slideLayout" Target="../slideLayouts/slideLayout165.xml"/><Relationship Id="rId58" Type="http://schemas.openxmlformats.org/officeDocument/2006/relationships/slideLayout" Target="../slideLayouts/slideLayout170.xml"/><Relationship Id="rId74" Type="http://schemas.openxmlformats.org/officeDocument/2006/relationships/slideLayout" Target="../slideLayouts/slideLayout186.xml"/><Relationship Id="rId79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17.xml"/><Relationship Id="rId61" Type="http://schemas.openxmlformats.org/officeDocument/2006/relationships/slideLayout" Target="../slideLayouts/slideLayout173.xml"/><Relationship Id="rId82" Type="http://schemas.openxmlformats.org/officeDocument/2006/relationships/theme" Target="../theme/theme3.xml"/><Relationship Id="rId19" Type="http://schemas.openxmlformats.org/officeDocument/2006/relationships/slideLayout" Target="../slideLayouts/slideLayout131.xml"/><Relationship Id="rId14" Type="http://schemas.openxmlformats.org/officeDocument/2006/relationships/slideLayout" Target="../slideLayouts/slideLayout126.xml"/><Relationship Id="rId22" Type="http://schemas.openxmlformats.org/officeDocument/2006/relationships/slideLayout" Target="../slideLayouts/slideLayout134.xml"/><Relationship Id="rId27" Type="http://schemas.openxmlformats.org/officeDocument/2006/relationships/slideLayout" Target="../slideLayouts/slideLayout139.xml"/><Relationship Id="rId30" Type="http://schemas.openxmlformats.org/officeDocument/2006/relationships/slideLayout" Target="../slideLayouts/slideLayout142.xml"/><Relationship Id="rId35" Type="http://schemas.openxmlformats.org/officeDocument/2006/relationships/slideLayout" Target="../slideLayouts/slideLayout147.xml"/><Relationship Id="rId43" Type="http://schemas.openxmlformats.org/officeDocument/2006/relationships/slideLayout" Target="../slideLayouts/slideLayout155.xml"/><Relationship Id="rId48" Type="http://schemas.openxmlformats.org/officeDocument/2006/relationships/slideLayout" Target="../slideLayouts/slideLayout160.xml"/><Relationship Id="rId56" Type="http://schemas.openxmlformats.org/officeDocument/2006/relationships/slideLayout" Target="../slideLayouts/slideLayout168.xml"/><Relationship Id="rId64" Type="http://schemas.openxmlformats.org/officeDocument/2006/relationships/slideLayout" Target="../slideLayouts/slideLayout176.xml"/><Relationship Id="rId69" Type="http://schemas.openxmlformats.org/officeDocument/2006/relationships/slideLayout" Target="../slideLayouts/slideLayout181.xml"/><Relationship Id="rId77" Type="http://schemas.openxmlformats.org/officeDocument/2006/relationships/slideLayout" Target="../slideLayouts/slideLayout189.xml"/><Relationship Id="rId8" Type="http://schemas.openxmlformats.org/officeDocument/2006/relationships/slideLayout" Target="../slideLayouts/slideLayout120.xml"/><Relationship Id="rId51" Type="http://schemas.openxmlformats.org/officeDocument/2006/relationships/slideLayout" Target="../slideLayouts/slideLayout163.xml"/><Relationship Id="rId72" Type="http://schemas.openxmlformats.org/officeDocument/2006/relationships/slideLayout" Target="../slideLayouts/slideLayout184.xml"/><Relationship Id="rId80" Type="http://schemas.openxmlformats.org/officeDocument/2006/relationships/slideLayout" Target="../slideLayouts/slideLayout192.xml"/><Relationship Id="rId3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9.xml"/><Relationship Id="rId25" Type="http://schemas.openxmlformats.org/officeDocument/2006/relationships/slideLayout" Target="../slideLayouts/slideLayout137.xml"/><Relationship Id="rId33" Type="http://schemas.openxmlformats.org/officeDocument/2006/relationships/slideLayout" Target="../slideLayouts/slideLayout145.xml"/><Relationship Id="rId38" Type="http://schemas.openxmlformats.org/officeDocument/2006/relationships/slideLayout" Target="../slideLayouts/slideLayout150.xml"/><Relationship Id="rId46" Type="http://schemas.openxmlformats.org/officeDocument/2006/relationships/slideLayout" Target="../slideLayouts/slideLayout158.xml"/><Relationship Id="rId59" Type="http://schemas.openxmlformats.org/officeDocument/2006/relationships/slideLayout" Target="../slideLayouts/slideLayout171.xml"/><Relationship Id="rId67" Type="http://schemas.openxmlformats.org/officeDocument/2006/relationships/slideLayout" Target="../slideLayouts/slideLayout179.xml"/><Relationship Id="rId20" Type="http://schemas.openxmlformats.org/officeDocument/2006/relationships/slideLayout" Target="../slideLayouts/slideLayout132.xml"/><Relationship Id="rId41" Type="http://schemas.openxmlformats.org/officeDocument/2006/relationships/slideLayout" Target="../slideLayouts/slideLayout153.xml"/><Relationship Id="rId54" Type="http://schemas.openxmlformats.org/officeDocument/2006/relationships/slideLayout" Target="../slideLayouts/slideLayout166.xml"/><Relationship Id="rId62" Type="http://schemas.openxmlformats.org/officeDocument/2006/relationships/slideLayout" Target="../slideLayouts/slideLayout174.xml"/><Relationship Id="rId70" Type="http://schemas.openxmlformats.org/officeDocument/2006/relationships/slideLayout" Target="../slideLayouts/slideLayout182.xml"/><Relationship Id="rId75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27.xml"/><Relationship Id="rId23" Type="http://schemas.openxmlformats.org/officeDocument/2006/relationships/slideLayout" Target="../slideLayouts/slideLayout135.xml"/><Relationship Id="rId28" Type="http://schemas.openxmlformats.org/officeDocument/2006/relationships/slideLayout" Target="../slideLayouts/slideLayout140.xml"/><Relationship Id="rId36" Type="http://schemas.openxmlformats.org/officeDocument/2006/relationships/slideLayout" Target="../slideLayouts/slideLayout148.xml"/><Relationship Id="rId49" Type="http://schemas.openxmlformats.org/officeDocument/2006/relationships/slideLayout" Target="../slideLayouts/slideLayout161.xml"/><Relationship Id="rId57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22.xml"/><Relationship Id="rId31" Type="http://schemas.openxmlformats.org/officeDocument/2006/relationships/slideLayout" Target="../slideLayouts/slideLayout143.xml"/><Relationship Id="rId44" Type="http://schemas.openxmlformats.org/officeDocument/2006/relationships/slideLayout" Target="../slideLayouts/slideLayout156.xml"/><Relationship Id="rId52" Type="http://schemas.openxmlformats.org/officeDocument/2006/relationships/slideLayout" Target="../slideLayouts/slideLayout164.xml"/><Relationship Id="rId60" Type="http://schemas.openxmlformats.org/officeDocument/2006/relationships/slideLayout" Target="../slideLayouts/slideLayout172.xml"/><Relationship Id="rId65" Type="http://schemas.openxmlformats.org/officeDocument/2006/relationships/slideLayout" Target="../slideLayouts/slideLayout177.xml"/><Relationship Id="rId73" Type="http://schemas.openxmlformats.org/officeDocument/2006/relationships/slideLayout" Target="../slideLayouts/slideLayout185.xml"/><Relationship Id="rId78" Type="http://schemas.openxmlformats.org/officeDocument/2006/relationships/slideLayout" Target="../slideLayouts/slideLayout190.xml"/><Relationship Id="rId81" Type="http://schemas.openxmlformats.org/officeDocument/2006/relationships/slideLayout" Target="../slideLayouts/slideLayout193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3" Type="http://schemas.openxmlformats.org/officeDocument/2006/relationships/slideLayout" Target="../slideLayouts/slideLayout125.xml"/><Relationship Id="rId18" Type="http://schemas.openxmlformats.org/officeDocument/2006/relationships/slideLayout" Target="../slideLayouts/slideLayout130.xml"/><Relationship Id="rId39" Type="http://schemas.openxmlformats.org/officeDocument/2006/relationships/slideLayout" Target="../slideLayouts/slideLayout151.xml"/><Relationship Id="rId34" Type="http://schemas.openxmlformats.org/officeDocument/2006/relationships/slideLayout" Target="../slideLayouts/slideLayout146.xml"/><Relationship Id="rId50" Type="http://schemas.openxmlformats.org/officeDocument/2006/relationships/slideLayout" Target="../slideLayouts/slideLayout162.xml"/><Relationship Id="rId55" Type="http://schemas.openxmlformats.org/officeDocument/2006/relationships/slideLayout" Target="../slideLayouts/slideLayout167.xml"/><Relationship Id="rId76" Type="http://schemas.openxmlformats.org/officeDocument/2006/relationships/slideLayout" Target="../slideLayouts/slideLayout188.xml"/><Relationship Id="rId7" Type="http://schemas.openxmlformats.org/officeDocument/2006/relationships/slideLayout" Target="../slideLayouts/slideLayout119.xml"/><Relationship Id="rId71" Type="http://schemas.openxmlformats.org/officeDocument/2006/relationships/slideLayout" Target="../slideLayouts/slideLayout183.xml"/><Relationship Id="rId2" Type="http://schemas.openxmlformats.org/officeDocument/2006/relationships/slideLayout" Target="../slideLayouts/slideLayout114.xml"/><Relationship Id="rId29" Type="http://schemas.openxmlformats.org/officeDocument/2006/relationships/slideLayout" Target="../slideLayouts/slideLayout141.xml"/><Relationship Id="rId24" Type="http://schemas.openxmlformats.org/officeDocument/2006/relationships/slideLayout" Target="../slideLayouts/slideLayout136.xml"/><Relationship Id="rId40" Type="http://schemas.openxmlformats.org/officeDocument/2006/relationships/slideLayout" Target="../slideLayouts/slideLayout152.xml"/><Relationship Id="rId45" Type="http://schemas.openxmlformats.org/officeDocument/2006/relationships/slideLayout" Target="../slideLayouts/slideLayout157.xml"/><Relationship Id="rId66" Type="http://schemas.openxmlformats.org/officeDocument/2006/relationships/slideLayout" Target="../slideLayouts/slideLayout1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  <p:sldLayoutId id="2147483702" r:id="rId52"/>
    <p:sldLayoutId id="2147483703" r:id="rId53"/>
    <p:sldLayoutId id="2147483704" r:id="rId54"/>
    <p:sldLayoutId id="2147483705" r:id="rId5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764" r:id="rId56"/>
    <p:sldLayoutId id="2147483911" r:id="rId5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  <p:sldLayoutId id="2147483842" r:id="rId18"/>
    <p:sldLayoutId id="2147483843" r:id="rId19"/>
    <p:sldLayoutId id="2147483844" r:id="rId20"/>
    <p:sldLayoutId id="2147483845" r:id="rId21"/>
    <p:sldLayoutId id="2147483846" r:id="rId22"/>
    <p:sldLayoutId id="2147483847" r:id="rId23"/>
    <p:sldLayoutId id="2147483848" r:id="rId24"/>
    <p:sldLayoutId id="2147483849" r:id="rId25"/>
    <p:sldLayoutId id="2147483850" r:id="rId26"/>
    <p:sldLayoutId id="2147483851" r:id="rId27"/>
    <p:sldLayoutId id="2147483852" r:id="rId28"/>
    <p:sldLayoutId id="2147483853" r:id="rId29"/>
    <p:sldLayoutId id="2147483854" r:id="rId30"/>
    <p:sldLayoutId id="2147483855" r:id="rId31"/>
    <p:sldLayoutId id="2147483856" r:id="rId32"/>
    <p:sldLayoutId id="2147483857" r:id="rId33"/>
    <p:sldLayoutId id="2147483858" r:id="rId34"/>
    <p:sldLayoutId id="2147483859" r:id="rId35"/>
    <p:sldLayoutId id="2147483860" r:id="rId36"/>
    <p:sldLayoutId id="2147483861" r:id="rId37"/>
    <p:sldLayoutId id="2147483862" r:id="rId38"/>
    <p:sldLayoutId id="2147483863" r:id="rId39"/>
    <p:sldLayoutId id="2147483864" r:id="rId40"/>
    <p:sldLayoutId id="2147483865" r:id="rId41"/>
    <p:sldLayoutId id="2147483866" r:id="rId42"/>
    <p:sldLayoutId id="2147483867" r:id="rId43"/>
    <p:sldLayoutId id="2147483868" r:id="rId44"/>
    <p:sldLayoutId id="2147483869" r:id="rId45"/>
    <p:sldLayoutId id="2147483870" r:id="rId46"/>
    <p:sldLayoutId id="2147483871" r:id="rId47"/>
    <p:sldLayoutId id="2147483872" r:id="rId48"/>
    <p:sldLayoutId id="2147483873" r:id="rId49"/>
    <p:sldLayoutId id="2147483874" r:id="rId50"/>
    <p:sldLayoutId id="2147483875" r:id="rId51"/>
    <p:sldLayoutId id="2147483876" r:id="rId52"/>
    <p:sldLayoutId id="2147483877" r:id="rId53"/>
    <p:sldLayoutId id="2147483878" r:id="rId54"/>
    <p:sldLayoutId id="2147483879" r:id="rId55"/>
    <p:sldLayoutId id="2147483880" r:id="rId56"/>
    <p:sldLayoutId id="2147483881" r:id="rId57"/>
    <p:sldLayoutId id="2147483882" r:id="rId58"/>
    <p:sldLayoutId id="2147483883" r:id="rId59"/>
    <p:sldLayoutId id="2147483884" r:id="rId60"/>
    <p:sldLayoutId id="2147483885" r:id="rId61"/>
    <p:sldLayoutId id="2147483886" r:id="rId62"/>
    <p:sldLayoutId id="2147483887" r:id="rId63"/>
    <p:sldLayoutId id="2147483888" r:id="rId64"/>
    <p:sldLayoutId id="2147483889" r:id="rId65"/>
    <p:sldLayoutId id="2147483890" r:id="rId66"/>
    <p:sldLayoutId id="2147483891" r:id="rId67"/>
    <p:sldLayoutId id="2147483892" r:id="rId68"/>
    <p:sldLayoutId id="2147483893" r:id="rId69"/>
    <p:sldLayoutId id="2147483894" r:id="rId70"/>
    <p:sldLayoutId id="2147483895" r:id="rId71"/>
    <p:sldLayoutId id="2147483896" r:id="rId72"/>
    <p:sldLayoutId id="2147483898" r:id="rId73"/>
    <p:sldLayoutId id="2147483899" r:id="rId74"/>
    <p:sldLayoutId id="2147483900" r:id="rId75"/>
    <p:sldLayoutId id="2147483901" r:id="rId76"/>
    <p:sldLayoutId id="2147483902" r:id="rId77"/>
    <p:sldLayoutId id="2147483903" r:id="rId78"/>
    <p:sldLayoutId id="2147483904" r:id="rId79"/>
    <p:sldLayoutId id="2147483905" r:id="rId80"/>
    <p:sldLayoutId id="2147483906" r:id="rId8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eah5XNcQ5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idatica.tech/loop-for-em-python-aprenda-a-dominar-com-exemplos-pratico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2.xml"/><Relationship Id="rId5" Type="http://schemas.openxmlformats.org/officeDocument/2006/relationships/hyperlink" Target="https://docs.python.org/pt-br/3/tutorial/controlflow.html" TargetMode="External"/><Relationship Id="rId4" Type="http://schemas.openxmlformats.org/officeDocument/2006/relationships/hyperlink" Target="https://pythonacademy.com.br/blog/estruturas-de-repeticao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41.pn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8" name="Google Shape;3428;p317"/>
          <p:cNvSpPr txBox="1"/>
          <p:nvPr/>
        </p:nvSpPr>
        <p:spPr>
          <a:xfrm>
            <a:off x="835492" y="3614354"/>
            <a:ext cx="68148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23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0" name="Google Shape;3430;p317"/>
          <p:cNvSpPr txBox="1"/>
          <p:nvPr/>
        </p:nvSpPr>
        <p:spPr>
          <a:xfrm>
            <a:off x="408584" y="2893570"/>
            <a:ext cx="7668616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3: Calculando médias e classificando no projeto</a:t>
            </a: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" name="Google Shape;2720;p265">
            <a:extLst>
              <a:ext uri="{FF2B5EF4-FFF2-40B4-BE49-F238E27FC236}">
                <a16:creationId xmlns:a16="http://schemas.microsoft.com/office/drawing/2014/main" id="{A17AEE3B-1366-28EA-E1C7-CC6905DA9175}"/>
              </a:ext>
            </a:extLst>
          </p:cNvPr>
          <p:cNvSpPr txBox="1"/>
          <p:nvPr/>
        </p:nvSpPr>
        <p:spPr>
          <a:xfrm>
            <a:off x="835492" y="2074790"/>
            <a:ext cx="68148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Médias, faixas e classificação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722;p265">
            <a:extLst>
              <a:ext uri="{FF2B5EF4-FFF2-40B4-BE49-F238E27FC236}">
                <a16:creationId xmlns:a16="http://schemas.microsoft.com/office/drawing/2014/main" id="{C0DE01B0-2F0D-7695-188A-FAD5629E4EC4}"/>
              </a:ext>
            </a:extLst>
          </p:cNvPr>
          <p:cNvSpPr txBox="1"/>
          <p:nvPr/>
        </p:nvSpPr>
        <p:spPr>
          <a:xfrm>
            <a:off x="756079" y="1189780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71441465-D1C3-5838-A27A-FA1E90D78FC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99" r="949"/>
          <a:stretch/>
        </p:blipFill>
        <p:spPr>
          <a:xfrm>
            <a:off x="-5171" y="1336655"/>
            <a:ext cx="12197171" cy="498727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810FFF6-F888-B091-434D-C0B1344932FC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329;p3">
            <a:extLst>
              <a:ext uri="{FF2B5EF4-FFF2-40B4-BE49-F238E27FC236}">
                <a16:creationId xmlns:a16="http://schemas.microsoft.com/office/drawing/2014/main" id="{F66C290C-4D07-17AC-FD71-B15D8348B9A0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F1C8068-D15B-249D-5925-9F222A7856E9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331;p3">
            <a:extLst>
              <a:ext uri="{FF2B5EF4-FFF2-40B4-BE49-F238E27FC236}">
                <a16:creationId xmlns:a16="http://schemas.microsoft.com/office/drawing/2014/main" id="{5A92E69E-15C6-669C-087E-A7151D78E31F}"/>
              </a:ext>
            </a:extLst>
          </p:cNvPr>
          <p:cNvSpPr txBox="1"/>
          <p:nvPr/>
        </p:nvSpPr>
        <p:spPr>
          <a:xfrm>
            <a:off x="214119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3BF9640-8C7D-11F7-AA76-6CF2F5DB221B}"/>
              </a:ext>
            </a:extLst>
          </p:cNvPr>
          <p:cNvGrpSpPr/>
          <p:nvPr/>
        </p:nvGrpSpPr>
        <p:grpSpPr>
          <a:xfrm>
            <a:off x="587293" y="1657363"/>
            <a:ext cx="10504271" cy="4353397"/>
            <a:chOff x="880938" y="2486044"/>
            <a:chExt cx="15756407" cy="6530095"/>
          </a:xfrm>
          <a:solidFill>
            <a:srgbClr val="28566E"/>
          </a:solidFill>
        </p:grpSpPr>
        <p:sp>
          <p:nvSpPr>
            <p:cNvPr id="8" name="Google Shape;290;p3">
              <a:extLst>
                <a:ext uri="{FF2B5EF4-FFF2-40B4-BE49-F238E27FC236}">
                  <a16:creationId xmlns:a16="http://schemas.microsoft.com/office/drawing/2014/main" id="{869D7D20-101A-087E-4612-26AD608E576E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1;p3">
              <a:extLst>
                <a:ext uri="{FF2B5EF4-FFF2-40B4-BE49-F238E27FC236}">
                  <a16:creationId xmlns:a16="http://schemas.microsoft.com/office/drawing/2014/main" id="{A0DAA95C-4AFD-6C62-05CB-6EB59A061D47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2;p3">
              <a:extLst>
                <a:ext uri="{FF2B5EF4-FFF2-40B4-BE49-F238E27FC236}">
                  <a16:creationId xmlns:a16="http://schemas.microsoft.com/office/drawing/2014/main" id="{D5802D08-CABD-EF65-F5F3-235C514BFC0E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94;p3">
              <a:extLst>
                <a:ext uri="{FF2B5EF4-FFF2-40B4-BE49-F238E27FC236}">
                  <a16:creationId xmlns:a16="http://schemas.microsoft.com/office/drawing/2014/main" id="{F7E9FC2F-D8D1-C98C-1016-9177FFC2B626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5;p3">
              <a:extLst>
                <a:ext uri="{FF2B5EF4-FFF2-40B4-BE49-F238E27FC236}">
                  <a16:creationId xmlns:a16="http://schemas.microsoft.com/office/drawing/2014/main" id="{A8222719-4DB7-5021-991B-3548693E2D6C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96;p3">
              <a:extLst>
                <a:ext uri="{FF2B5EF4-FFF2-40B4-BE49-F238E27FC236}">
                  <a16:creationId xmlns:a16="http://schemas.microsoft.com/office/drawing/2014/main" id="{732BEBFC-A267-6FE6-F178-B64309539FC8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97;p3">
              <a:extLst>
                <a:ext uri="{FF2B5EF4-FFF2-40B4-BE49-F238E27FC236}">
                  <a16:creationId xmlns:a16="http://schemas.microsoft.com/office/drawing/2014/main" id="{953CCAD9-B2CF-D719-975A-67DB96EF99D0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99;p3">
              <a:extLst>
                <a:ext uri="{FF2B5EF4-FFF2-40B4-BE49-F238E27FC236}">
                  <a16:creationId xmlns:a16="http://schemas.microsoft.com/office/drawing/2014/main" id="{441EC511-D488-BD45-94B0-132885897A0D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300;p3">
              <a:extLst>
                <a:ext uri="{FF2B5EF4-FFF2-40B4-BE49-F238E27FC236}">
                  <a16:creationId xmlns:a16="http://schemas.microsoft.com/office/drawing/2014/main" id="{4C6082D1-E037-03FF-F316-B57796A21477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1;p3">
              <a:extLst>
                <a:ext uri="{FF2B5EF4-FFF2-40B4-BE49-F238E27FC236}">
                  <a16:creationId xmlns:a16="http://schemas.microsoft.com/office/drawing/2014/main" id="{678338C0-E8C6-FE66-A100-60BABB5F6B0E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4;p3">
              <a:extLst>
                <a:ext uri="{FF2B5EF4-FFF2-40B4-BE49-F238E27FC236}">
                  <a16:creationId xmlns:a16="http://schemas.microsoft.com/office/drawing/2014/main" id="{9B1386AB-6715-6674-786A-078C9575191B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5;p3">
              <a:extLst>
                <a:ext uri="{FF2B5EF4-FFF2-40B4-BE49-F238E27FC236}">
                  <a16:creationId xmlns:a16="http://schemas.microsoft.com/office/drawing/2014/main" id="{E168AA26-6573-6652-3A0B-0687D3F7FBCB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6;p3">
              <a:extLst>
                <a:ext uri="{FF2B5EF4-FFF2-40B4-BE49-F238E27FC236}">
                  <a16:creationId xmlns:a16="http://schemas.microsoft.com/office/drawing/2014/main" id="{186336CD-C6A5-7914-E2B9-F2D953E19F35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307;p3">
              <a:extLst>
                <a:ext uri="{FF2B5EF4-FFF2-40B4-BE49-F238E27FC236}">
                  <a16:creationId xmlns:a16="http://schemas.microsoft.com/office/drawing/2014/main" id="{94D10159-A660-5948-0C53-7DF0C5982A63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10;p3">
              <a:extLst>
                <a:ext uri="{FF2B5EF4-FFF2-40B4-BE49-F238E27FC236}">
                  <a16:creationId xmlns:a16="http://schemas.microsoft.com/office/drawing/2014/main" id="{D35361FE-B114-C1F5-EB7D-8C0BAB20154F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98;p3">
            <a:extLst>
              <a:ext uri="{FF2B5EF4-FFF2-40B4-BE49-F238E27FC236}">
                <a16:creationId xmlns:a16="http://schemas.microsoft.com/office/drawing/2014/main" id="{621351B6-A56D-DF93-7413-0AE5549DC584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303;p3">
            <a:extLst>
              <a:ext uri="{FF2B5EF4-FFF2-40B4-BE49-F238E27FC236}">
                <a16:creationId xmlns:a16="http://schemas.microsoft.com/office/drawing/2014/main" id="{D04B5FE1-041C-F872-AEE9-432D09E5884C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311;p3">
            <a:extLst>
              <a:ext uri="{FF2B5EF4-FFF2-40B4-BE49-F238E27FC236}">
                <a16:creationId xmlns:a16="http://schemas.microsoft.com/office/drawing/2014/main" id="{15B77D35-97E3-8407-A70E-4562217BD345}"/>
              </a:ext>
            </a:extLst>
          </p:cNvPr>
          <p:cNvSpPr/>
          <p:nvPr/>
        </p:nvSpPr>
        <p:spPr>
          <a:xfrm>
            <a:off x="2312065" y="3655792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312;p3">
            <a:extLst>
              <a:ext uri="{FF2B5EF4-FFF2-40B4-BE49-F238E27FC236}">
                <a16:creationId xmlns:a16="http://schemas.microsoft.com/office/drawing/2014/main" id="{C6847EA1-C8C6-3745-3CFF-6B6F39CFC295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2580112" y="4191885"/>
            <a:ext cx="89" cy="132328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315;p3">
            <a:extLst>
              <a:ext uri="{FF2B5EF4-FFF2-40B4-BE49-F238E27FC236}">
                <a16:creationId xmlns:a16="http://schemas.microsoft.com/office/drawing/2014/main" id="{965AB694-6BA4-78DE-93DC-53A624E91A20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17;p3">
            <a:extLst>
              <a:ext uri="{FF2B5EF4-FFF2-40B4-BE49-F238E27FC236}">
                <a16:creationId xmlns:a16="http://schemas.microsoft.com/office/drawing/2014/main" id="{D86EE152-FEDD-E818-D68B-C326D21ED8F3}"/>
              </a:ext>
            </a:extLst>
          </p:cNvPr>
          <p:cNvSpPr/>
          <p:nvPr/>
        </p:nvSpPr>
        <p:spPr>
          <a:xfrm>
            <a:off x="5888612" y="626626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19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318;p3">
            <a:extLst>
              <a:ext uri="{FF2B5EF4-FFF2-40B4-BE49-F238E27FC236}">
                <a16:creationId xmlns:a16="http://schemas.microsoft.com/office/drawing/2014/main" id="{D5C6DA2D-D96B-1D7A-A549-999EBF9EE0DD}"/>
              </a:ext>
            </a:extLst>
          </p:cNvPr>
          <p:cNvCxnSpPr>
            <a:cxnSpLocks/>
            <a:stCxn id="28" idx="4"/>
          </p:cNvCxnSpPr>
          <p:nvPr/>
        </p:nvCxnSpPr>
        <p:spPr>
          <a:xfrm flipH="1">
            <a:off x="6146127" y="1162719"/>
            <a:ext cx="10531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20;p3">
            <a:extLst>
              <a:ext uri="{FF2B5EF4-FFF2-40B4-BE49-F238E27FC236}">
                <a16:creationId xmlns:a16="http://schemas.microsoft.com/office/drawing/2014/main" id="{A92556FD-776A-C979-6A11-D7803BAA6011}"/>
              </a:ext>
            </a:extLst>
          </p:cNvPr>
          <p:cNvSpPr/>
          <p:nvPr/>
        </p:nvSpPr>
        <p:spPr>
          <a:xfrm>
            <a:off x="8032927" y="2418995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21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21;p3">
            <a:extLst>
              <a:ext uri="{FF2B5EF4-FFF2-40B4-BE49-F238E27FC236}">
                <a16:creationId xmlns:a16="http://schemas.microsoft.com/office/drawing/2014/main" id="{DD91D90D-506C-9C69-4D69-D3568A16E33D}"/>
              </a:ext>
            </a:extLst>
          </p:cNvPr>
          <p:cNvCxnSpPr>
            <a:cxnSpLocks/>
            <a:stCxn id="30" idx="3"/>
            <a:endCxn id="17" idx="5"/>
          </p:cNvCxnSpPr>
          <p:nvPr/>
        </p:nvCxnSpPr>
        <p:spPr>
          <a:xfrm flipH="1">
            <a:off x="7661951" y="2876579"/>
            <a:ext cx="449485" cy="54459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3;p3">
            <a:extLst>
              <a:ext uri="{FF2B5EF4-FFF2-40B4-BE49-F238E27FC236}">
                <a16:creationId xmlns:a16="http://schemas.microsoft.com/office/drawing/2014/main" id="{43081A8E-CEB9-A4EF-4473-7448A6B06845}"/>
              </a:ext>
            </a:extLst>
          </p:cNvPr>
          <p:cNvSpPr txBox="1"/>
          <p:nvPr/>
        </p:nvSpPr>
        <p:spPr>
          <a:xfrm>
            <a:off x="9951605" y="4353148"/>
            <a:ext cx="1707841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1800"/>
            </a:pPr>
            <a:r>
              <a:rPr lang="pt-BR" sz="1400" b="1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/>
          </a:p>
        </p:txBody>
      </p:sp>
      <p:pic>
        <p:nvPicPr>
          <p:cNvPr id="33" name="Google Shape;324;p3">
            <a:extLst>
              <a:ext uri="{FF2B5EF4-FFF2-40B4-BE49-F238E27FC236}">
                <a16:creationId xmlns:a16="http://schemas.microsoft.com/office/drawing/2014/main" id="{B131BD08-5BCB-966F-89FD-50D2E009EAAE}"/>
              </a:ext>
            </a:extLst>
          </p:cNvPr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10165998" y="3582775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25;p3">
            <a:extLst>
              <a:ext uri="{FF2B5EF4-FFF2-40B4-BE49-F238E27FC236}">
                <a16:creationId xmlns:a16="http://schemas.microsoft.com/office/drawing/2014/main" id="{23CB367E-B9FC-068E-A302-F5C1D84B9829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2202113" y="344603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26;p3">
            <a:extLst>
              <a:ext uri="{FF2B5EF4-FFF2-40B4-BE49-F238E27FC236}">
                <a16:creationId xmlns:a16="http://schemas.microsoft.com/office/drawing/2014/main" id="{0A5C1060-4914-BD39-6813-59CECAF2DA0F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5770630" y="45908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27;p3">
            <a:extLst>
              <a:ext uri="{FF2B5EF4-FFF2-40B4-BE49-F238E27FC236}">
                <a16:creationId xmlns:a16="http://schemas.microsoft.com/office/drawing/2014/main" id="{503A8081-45D3-ECC7-FCD5-2D53C29F2B34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7913394" y="2264235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13;p3">
            <a:extLst>
              <a:ext uri="{FF2B5EF4-FFF2-40B4-BE49-F238E27FC236}">
                <a16:creationId xmlns:a16="http://schemas.microsoft.com/office/drawing/2014/main" id="{BA8AB0BB-CEF0-F514-EBDA-6761ABF9AC1A}"/>
              </a:ext>
            </a:extLst>
          </p:cNvPr>
          <p:cNvSpPr txBox="1"/>
          <p:nvPr/>
        </p:nvSpPr>
        <p:spPr>
          <a:xfrm>
            <a:off x="260174" y="3853307"/>
            <a:ext cx="2083089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latin typeface="Poppins"/>
                <a:ea typeface="Poppins Light"/>
                <a:cs typeface="Poppins"/>
                <a:sym typeface="Poppins Light"/>
              </a:rPr>
              <a:t>Funções e procedimentos – modularização I</a:t>
            </a:r>
            <a:endParaRPr lang="pt-BR" sz="1700" dirty="0">
              <a:latin typeface="Poppins"/>
              <a:cs typeface="Poppins"/>
            </a:endParaRPr>
          </a:p>
        </p:txBody>
      </p:sp>
      <p:sp>
        <p:nvSpPr>
          <p:cNvPr id="38" name="Google Shape;316;p3">
            <a:extLst>
              <a:ext uri="{FF2B5EF4-FFF2-40B4-BE49-F238E27FC236}">
                <a16:creationId xmlns:a16="http://schemas.microsoft.com/office/drawing/2014/main" id="{65381A14-A427-1076-D6DD-FBF65B7A9742}"/>
              </a:ext>
            </a:extLst>
          </p:cNvPr>
          <p:cNvSpPr txBox="1"/>
          <p:nvPr/>
        </p:nvSpPr>
        <p:spPr>
          <a:xfrm>
            <a:off x="4108077" y="5836005"/>
            <a:ext cx="2432456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Agenda e cadastros em memória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9" name="Google Shape;319;p3">
            <a:extLst>
              <a:ext uri="{FF2B5EF4-FFF2-40B4-BE49-F238E27FC236}">
                <a16:creationId xmlns:a16="http://schemas.microsoft.com/office/drawing/2014/main" id="{E0BA7294-C38A-4D39-88C1-22F873763396}"/>
              </a:ext>
            </a:extLst>
          </p:cNvPr>
          <p:cNvSpPr txBox="1"/>
          <p:nvPr/>
        </p:nvSpPr>
        <p:spPr>
          <a:xfrm>
            <a:off x="6479771" y="677492"/>
            <a:ext cx="3724381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Manipulação de </a:t>
            </a:r>
            <a:r>
              <a:rPr lang="pt-BR" sz="1700" err="1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strings</a:t>
            </a:r>
            <a:endParaRPr lang="pt-BR" sz="17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0" name="Google Shape;322;p3">
            <a:extLst>
              <a:ext uri="{FF2B5EF4-FFF2-40B4-BE49-F238E27FC236}">
                <a16:creationId xmlns:a16="http://schemas.microsoft.com/office/drawing/2014/main" id="{1BD8E53D-4B67-26AB-F2CB-19504CE95577}"/>
              </a:ext>
            </a:extLst>
          </p:cNvPr>
          <p:cNvSpPr txBox="1"/>
          <p:nvPr/>
        </p:nvSpPr>
        <p:spPr>
          <a:xfrm>
            <a:off x="8610341" y="2345867"/>
            <a:ext cx="275645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Programando com menu no terminal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1" name="Google Shape;317;p3">
            <a:extLst>
              <a:ext uri="{FF2B5EF4-FFF2-40B4-BE49-F238E27FC236}">
                <a16:creationId xmlns:a16="http://schemas.microsoft.com/office/drawing/2014/main" id="{59BB7FC5-E4D9-B7CF-63EB-13FBA9D734C2}"/>
              </a:ext>
            </a:extLst>
          </p:cNvPr>
          <p:cNvSpPr/>
          <p:nvPr/>
        </p:nvSpPr>
        <p:spPr>
          <a:xfrm>
            <a:off x="5231598" y="3949582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326;p3">
            <a:extLst>
              <a:ext uri="{FF2B5EF4-FFF2-40B4-BE49-F238E27FC236}">
                <a16:creationId xmlns:a16="http://schemas.microsoft.com/office/drawing/2014/main" id="{4565AF1A-24C1-6018-E8EC-94842C1F5596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24305" y="3803711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319;p3">
            <a:extLst>
              <a:ext uri="{FF2B5EF4-FFF2-40B4-BE49-F238E27FC236}">
                <a16:creationId xmlns:a16="http://schemas.microsoft.com/office/drawing/2014/main" id="{2C82E4A7-B8F0-D021-06AA-5DB2B7B90909}"/>
              </a:ext>
            </a:extLst>
          </p:cNvPr>
          <p:cNvSpPr txBox="1"/>
          <p:nvPr/>
        </p:nvSpPr>
        <p:spPr>
          <a:xfrm>
            <a:off x="3526314" y="4362582"/>
            <a:ext cx="1886362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Documentação, testes unitários e depuração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00D18264-179E-F55E-A5CE-93443C4FC959}"/>
              </a:ext>
            </a:extLst>
          </p:cNvPr>
          <p:cNvSpPr txBox="1"/>
          <p:nvPr/>
        </p:nvSpPr>
        <p:spPr>
          <a:xfrm>
            <a:off x="10404529" y="83690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0CDCA7D0-FFEB-4D57-1615-7E70DAAC4F22}"/>
              </a:ext>
            </a:extLst>
          </p:cNvPr>
          <p:cNvSpPr/>
          <p:nvPr/>
        </p:nvSpPr>
        <p:spPr>
          <a:xfrm>
            <a:off x="10318738" y="3740394"/>
            <a:ext cx="542302" cy="53609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23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C01BC356-72C4-0262-1694-661A7F108F33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724301" y="4008441"/>
            <a:ext cx="594437" cy="12271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7" name="Google Shape;334;p3">
            <a:extLst>
              <a:ext uri="{FF2B5EF4-FFF2-40B4-BE49-F238E27FC236}">
                <a16:creationId xmlns:a16="http://schemas.microsoft.com/office/drawing/2014/main" id="{05D28DE0-B285-7252-D925-8783D9BF16F5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6515738" y="5521207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335;p3">
            <a:extLst>
              <a:ext uri="{FF2B5EF4-FFF2-40B4-BE49-F238E27FC236}">
                <a16:creationId xmlns:a16="http://schemas.microsoft.com/office/drawing/2014/main" id="{3610EC55-98EA-5A69-684B-77E5928D755B}"/>
              </a:ext>
            </a:extLst>
          </p:cNvPr>
          <p:cNvSpPr txBox="1"/>
          <p:nvPr/>
        </p:nvSpPr>
        <p:spPr>
          <a:xfrm>
            <a:off x="9951605" y="4635157"/>
            <a:ext cx="2093879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Médias, faixas e classificação</a:t>
            </a:r>
            <a:endParaRPr lang="pt-BR" sz="17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9" name="Google Shape;290;p3">
            <a:extLst>
              <a:ext uri="{FF2B5EF4-FFF2-40B4-BE49-F238E27FC236}">
                <a16:creationId xmlns:a16="http://schemas.microsoft.com/office/drawing/2014/main" id="{76C387CA-C83D-8C6C-8A26-1F116293472D}"/>
              </a:ext>
            </a:extLst>
          </p:cNvPr>
          <p:cNvSpPr/>
          <p:nvPr/>
        </p:nvSpPr>
        <p:spPr>
          <a:xfrm>
            <a:off x="3043617" y="4666677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321;p3">
            <a:extLst>
              <a:ext uri="{FF2B5EF4-FFF2-40B4-BE49-F238E27FC236}">
                <a16:creationId xmlns:a16="http://schemas.microsoft.com/office/drawing/2014/main" id="{991E9F05-88F9-D6CC-A0AD-064675E6FDEB}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4612726" y="3770688"/>
            <a:ext cx="649798" cy="36139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290;p3">
            <a:extLst>
              <a:ext uri="{FF2B5EF4-FFF2-40B4-BE49-F238E27FC236}">
                <a16:creationId xmlns:a16="http://schemas.microsoft.com/office/drawing/2014/main" id="{35155218-1BDA-0F40-6FED-2456CEB6DD88}"/>
              </a:ext>
            </a:extLst>
          </p:cNvPr>
          <p:cNvSpPr/>
          <p:nvPr/>
        </p:nvSpPr>
        <p:spPr>
          <a:xfrm>
            <a:off x="7431894" y="2418120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290;p3">
            <a:extLst>
              <a:ext uri="{FF2B5EF4-FFF2-40B4-BE49-F238E27FC236}">
                <a16:creationId xmlns:a16="http://schemas.microsoft.com/office/drawing/2014/main" id="{BCE75480-4F01-B268-6099-DBC86F2139ED}"/>
              </a:ext>
            </a:extLst>
          </p:cNvPr>
          <p:cNvSpPr/>
          <p:nvPr/>
        </p:nvSpPr>
        <p:spPr>
          <a:xfrm>
            <a:off x="9549440" y="3921948"/>
            <a:ext cx="210524" cy="210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14;p3">
            <a:extLst>
              <a:ext uri="{FF2B5EF4-FFF2-40B4-BE49-F238E27FC236}">
                <a16:creationId xmlns:a16="http://schemas.microsoft.com/office/drawing/2014/main" id="{0506B1A2-A058-3BA1-57D9-51A9E20369FC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22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270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7" name="Google Shape;3477;p319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7"/>
          <a:stretch/>
        </p:blipFill>
        <p:spPr>
          <a:xfrm rot="-573653">
            <a:off x="5678584" y="2638763"/>
            <a:ext cx="8603296" cy="46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3478" name="Google Shape;3478;p319"/>
          <p:cNvSpPr/>
          <p:nvPr/>
        </p:nvSpPr>
        <p:spPr>
          <a:xfrm rot="-3438164">
            <a:off x="10617304" y="5326466"/>
            <a:ext cx="408182" cy="408182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9" name="Google Shape;3479;p319"/>
          <p:cNvSpPr/>
          <p:nvPr/>
        </p:nvSpPr>
        <p:spPr>
          <a:xfrm>
            <a:off x="9084502" y="3402930"/>
            <a:ext cx="1317300" cy="13173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  <a:endParaRPr sz="4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0" name="Google Shape;3480;p319"/>
          <p:cNvCxnSpPr/>
          <p:nvPr/>
        </p:nvCxnSpPr>
        <p:spPr>
          <a:xfrm>
            <a:off x="10016903" y="4528943"/>
            <a:ext cx="634200" cy="900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1" name="Google Shape;3481;p319"/>
          <p:cNvSpPr txBox="1"/>
          <p:nvPr/>
        </p:nvSpPr>
        <p:spPr>
          <a:xfrm>
            <a:off x="3331829" y="5284647"/>
            <a:ext cx="4487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SISANO1C1B4S23A3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5" name="Google Shape;3485;p319"/>
          <p:cNvSpPr txBox="1"/>
          <p:nvPr/>
        </p:nvSpPr>
        <p:spPr>
          <a:xfrm>
            <a:off x="3331829" y="3251450"/>
            <a:ext cx="465964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latin typeface="Poppins"/>
                <a:ea typeface="Poppins"/>
                <a:cs typeface="Poppins"/>
                <a:sym typeface="Poppins"/>
              </a:rPr>
              <a:t>Médias, faixas e classificação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6" name="Google Shape;3486;p319"/>
          <p:cNvSpPr txBox="1"/>
          <p:nvPr/>
        </p:nvSpPr>
        <p:spPr>
          <a:xfrm>
            <a:off x="3331829" y="2792959"/>
            <a:ext cx="2583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7" name="Google Shape;3487;p319"/>
          <p:cNvSpPr txBox="1"/>
          <p:nvPr/>
        </p:nvSpPr>
        <p:spPr>
          <a:xfrm>
            <a:off x="3331829" y="4431600"/>
            <a:ext cx="56745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3: Calculando médias e classificando no projeto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F0B2DE9-8FD3-86A6-31BF-B526D2D23AC5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329;p3">
            <a:extLst>
              <a:ext uri="{FF2B5EF4-FFF2-40B4-BE49-F238E27FC236}">
                <a16:creationId xmlns:a16="http://schemas.microsoft.com/office/drawing/2014/main" id="{71D87F28-2815-FAC8-6D40-09AB86795208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4A9A0AE-3BD2-6297-431A-4F487402404C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Google Shape;331;p3">
            <a:extLst>
              <a:ext uri="{FF2B5EF4-FFF2-40B4-BE49-F238E27FC236}">
                <a16:creationId xmlns:a16="http://schemas.microsoft.com/office/drawing/2014/main" id="{4F188AA7-676A-8F67-5740-B176EA9C4AAB}"/>
              </a:ext>
            </a:extLst>
          </p:cNvPr>
          <p:cNvSpPr txBox="1"/>
          <p:nvPr/>
        </p:nvSpPr>
        <p:spPr>
          <a:xfrm>
            <a:off x="214119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7" name="Google Shape;3497;p320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466166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Desenvolver no projeto rotinas que recebam valores, processem regras e apresentem classificações ao usuário.</a:t>
            </a:r>
            <a:endParaRPr dirty="0"/>
          </a:p>
        </p:txBody>
      </p:sp>
      <p:sp>
        <p:nvSpPr>
          <p:cNvPr id="3498" name="Google Shape;3498;p320"/>
          <p:cNvSpPr txBox="1">
            <a:spLocks noGrp="1"/>
          </p:cNvSpPr>
          <p:nvPr>
            <p:ph type="body" idx="2"/>
          </p:nvPr>
        </p:nvSpPr>
        <p:spPr>
          <a:xfrm>
            <a:off x="7467374" y="1355465"/>
            <a:ext cx="4191225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Aplicar funções, vetores e condicionais compostas no desenvolvimento de programas que calculem e classifiquem resultados.</a:t>
            </a:r>
            <a:endParaRPr dirty="0"/>
          </a:p>
        </p:txBody>
      </p:sp>
      <p:sp>
        <p:nvSpPr>
          <p:cNvPr id="3499" name="Google Shape;3499;p320"/>
          <p:cNvSpPr txBox="1">
            <a:spLocks noGrp="1"/>
          </p:cNvSpPr>
          <p:nvPr>
            <p:ph type="body" idx="3"/>
          </p:nvPr>
        </p:nvSpPr>
        <p:spPr>
          <a:xfrm>
            <a:off x="7467375" y="342900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Explorar com curiosidade diferentes formas de calcular e comparar resultados, investigando estratégias para organizar melhor as soluções.</a:t>
            </a:r>
            <a:endParaRPr dirty="0"/>
          </a:p>
        </p:txBody>
      </p:sp>
      <p:sp>
        <p:nvSpPr>
          <p:cNvPr id="3500" name="Google Shape;3500;p320"/>
          <p:cNvSpPr txBox="1">
            <a:spLocks noGrp="1"/>
          </p:cNvSpPr>
          <p:nvPr>
            <p:ph type="body" idx="4"/>
          </p:nvPr>
        </p:nvSpPr>
        <p:spPr>
          <a:xfrm>
            <a:off x="1467909" y="3398979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Roteiro de atividade prática.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Computador com internet.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5" name="Google Shape;3505;p321"/>
          <p:cNvSpPr txBox="1"/>
          <p:nvPr/>
        </p:nvSpPr>
        <p:spPr>
          <a:xfrm>
            <a:off x="3238725" y="2968450"/>
            <a:ext cx="3466800" cy="1154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Roteiro de atividade prática.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Caneta ou lápis.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Computador com Python instalado.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6" name="Google Shape;3506;p321"/>
          <p:cNvSpPr txBox="1"/>
          <p:nvPr/>
        </p:nvSpPr>
        <p:spPr>
          <a:xfrm>
            <a:off x="7370800" y="2891099"/>
            <a:ext cx="3832500" cy="149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200" tIns="30450" rIns="60950" bIns="30450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Leiam o roteiro de atividade prática.</a:t>
            </a: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Sigam os passos propostos.</a:t>
            </a:r>
            <a:endParaRPr lang="pt-BR" dirty="0">
              <a:solidFill>
                <a:schemeClr val="dk1"/>
              </a:solidFill>
              <a:latin typeface="Poppins"/>
              <a:ea typeface="Poppins"/>
              <a:cs typeface="Poppin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Ao finalizar, compartilhem os resultados conforme orientação do professor. 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8" name="Google Shape;3508;p321"/>
          <p:cNvSpPr txBox="1">
            <a:spLocks noGrp="1"/>
          </p:cNvSpPr>
          <p:nvPr>
            <p:ph type="body" idx="1"/>
          </p:nvPr>
        </p:nvSpPr>
        <p:spPr>
          <a:xfrm>
            <a:off x="2857900" y="345344"/>
            <a:ext cx="83454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Desempenho de vendas no sistema da Papelaria Ponto Certo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" name="Espaço Reservado para Texto 60">
            <a:extLst>
              <a:ext uri="{FF2B5EF4-FFF2-40B4-BE49-F238E27FC236}">
                <a16:creationId xmlns:a16="http://schemas.microsoft.com/office/drawing/2014/main" id="{53C70B53-6DD7-920F-89AB-DF7349B4E39A}"/>
              </a:ext>
            </a:extLst>
          </p:cNvPr>
          <p:cNvSpPr txBox="1">
            <a:spLocks/>
          </p:cNvSpPr>
          <p:nvPr/>
        </p:nvSpPr>
        <p:spPr>
          <a:xfrm>
            <a:off x="878473" y="5194925"/>
            <a:ext cx="118017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/>
              <a:t>Em duplas</a:t>
            </a:r>
          </a:p>
        </p:txBody>
      </p:sp>
      <p:sp>
        <p:nvSpPr>
          <p:cNvPr id="35" name="Espaço Reservado para Texto 60">
            <a:extLst>
              <a:ext uri="{FF2B5EF4-FFF2-40B4-BE49-F238E27FC236}">
                <a16:creationId xmlns:a16="http://schemas.microsoft.com/office/drawing/2014/main" id="{E67FEFDC-9EDC-CE3D-A24D-C652E269D554}"/>
              </a:ext>
            </a:extLst>
          </p:cNvPr>
          <p:cNvSpPr txBox="1">
            <a:spLocks/>
          </p:cNvSpPr>
          <p:nvPr/>
        </p:nvSpPr>
        <p:spPr>
          <a:xfrm>
            <a:off x="878473" y="4765206"/>
            <a:ext cx="131249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dirty="0"/>
              <a:t>Durante a aula</a:t>
            </a:r>
          </a:p>
        </p:txBody>
      </p:sp>
      <p:grpSp>
        <p:nvGrpSpPr>
          <p:cNvPr id="2" name="Google Shape;474;p35">
            <a:extLst>
              <a:ext uri="{FF2B5EF4-FFF2-40B4-BE49-F238E27FC236}">
                <a16:creationId xmlns:a16="http://schemas.microsoft.com/office/drawing/2014/main" id="{2218AACA-CC58-1579-3C0E-D84E2245E06C}"/>
              </a:ext>
            </a:extLst>
          </p:cNvPr>
          <p:cNvGrpSpPr/>
          <p:nvPr/>
        </p:nvGrpSpPr>
        <p:grpSpPr>
          <a:xfrm>
            <a:off x="464298" y="4726001"/>
            <a:ext cx="284745" cy="286039"/>
            <a:chOff x="11797069" y="2783619"/>
            <a:chExt cx="427118" cy="429059"/>
          </a:xfrm>
          <a:noFill/>
        </p:grpSpPr>
        <p:sp>
          <p:nvSpPr>
            <p:cNvPr id="3" name="Google Shape;475;p35">
              <a:extLst>
                <a:ext uri="{FF2B5EF4-FFF2-40B4-BE49-F238E27FC236}">
                  <a16:creationId xmlns:a16="http://schemas.microsoft.com/office/drawing/2014/main" id="{D82104C3-ADA4-149B-6BE1-2C91D9CB6F09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476;p35">
              <a:extLst>
                <a:ext uri="{FF2B5EF4-FFF2-40B4-BE49-F238E27FC236}">
                  <a16:creationId xmlns:a16="http://schemas.microsoft.com/office/drawing/2014/main" id="{AED1EA68-96D2-BF0D-C8C1-2BBA52CBCDD2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477;p35">
              <a:extLst>
                <a:ext uri="{FF2B5EF4-FFF2-40B4-BE49-F238E27FC236}">
                  <a16:creationId xmlns:a16="http://schemas.microsoft.com/office/drawing/2014/main" id="{9334F47A-E2E5-EA86-82D9-30A800D382B4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478;p35">
              <a:extLst>
                <a:ext uri="{FF2B5EF4-FFF2-40B4-BE49-F238E27FC236}">
                  <a16:creationId xmlns:a16="http://schemas.microsoft.com/office/drawing/2014/main" id="{93187ABE-1CF0-B7D7-EF03-15701A42A882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" name="Google Shape;479;p35">
              <a:extLst>
                <a:ext uri="{FF2B5EF4-FFF2-40B4-BE49-F238E27FC236}">
                  <a16:creationId xmlns:a16="http://schemas.microsoft.com/office/drawing/2014/main" id="{3DEB46B8-B9E2-C4A9-54E2-D87B75A9CE1A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40" name="Google Shape;480;p35">
                <a:extLst>
                  <a:ext uri="{FF2B5EF4-FFF2-40B4-BE49-F238E27FC236}">
                    <a16:creationId xmlns:a16="http://schemas.microsoft.com/office/drawing/2014/main" id="{874B933D-A459-32F4-50C9-91984A92228C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81;p35">
                <a:extLst>
                  <a:ext uri="{FF2B5EF4-FFF2-40B4-BE49-F238E27FC236}">
                    <a16:creationId xmlns:a16="http://schemas.microsoft.com/office/drawing/2014/main" id="{6D5029E9-0AC8-35FE-01A2-061977C73090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82;p35">
                <a:extLst>
                  <a:ext uri="{FF2B5EF4-FFF2-40B4-BE49-F238E27FC236}">
                    <a16:creationId xmlns:a16="http://schemas.microsoft.com/office/drawing/2014/main" id="{F91C32AA-F94B-9C59-9495-89A4011DDF26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83;p35">
                <a:extLst>
                  <a:ext uri="{FF2B5EF4-FFF2-40B4-BE49-F238E27FC236}">
                    <a16:creationId xmlns:a16="http://schemas.microsoft.com/office/drawing/2014/main" id="{00E164DB-53F1-7799-08B2-5FBB730863BE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84;p35">
                <a:extLst>
                  <a:ext uri="{FF2B5EF4-FFF2-40B4-BE49-F238E27FC236}">
                    <a16:creationId xmlns:a16="http://schemas.microsoft.com/office/drawing/2014/main" id="{8E07FC9A-F157-3C26-8B6D-78180CBA5E3F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85;p35">
                <a:extLst>
                  <a:ext uri="{FF2B5EF4-FFF2-40B4-BE49-F238E27FC236}">
                    <a16:creationId xmlns:a16="http://schemas.microsoft.com/office/drawing/2014/main" id="{7DBF9FBB-C3A0-5CFE-2B99-89C585390417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86;p35">
                <a:extLst>
                  <a:ext uri="{FF2B5EF4-FFF2-40B4-BE49-F238E27FC236}">
                    <a16:creationId xmlns:a16="http://schemas.microsoft.com/office/drawing/2014/main" id="{8E75AAC6-780F-625C-5EA6-6D6E779154F8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87;p35">
                <a:extLst>
                  <a:ext uri="{FF2B5EF4-FFF2-40B4-BE49-F238E27FC236}">
                    <a16:creationId xmlns:a16="http://schemas.microsoft.com/office/drawing/2014/main" id="{F8ABC368-0118-BAAD-6362-D4A84ADE0E0A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8;p35">
                <a:extLst>
                  <a:ext uri="{FF2B5EF4-FFF2-40B4-BE49-F238E27FC236}">
                    <a16:creationId xmlns:a16="http://schemas.microsoft.com/office/drawing/2014/main" id="{85625092-4B91-BE01-D2D7-5A349EE71C35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89;p35">
                <a:extLst>
                  <a:ext uri="{FF2B5EF4-FFF2-40B4-BE49-F238E27FC236}">
                    <a16:creationId xmlns:a16="http://schemas.microsoft.com/office/drawing/2014/main" id="{67EC9628-E5FE-3AFC-EC9B-C795A489B6E9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50" name="Gráfico 49">
            <a:extLst>
              <a:ext uri="{FF2B5EF4-FFF2-40B4-BE49-F238E27FC236}">
                <a16:creationId xmlns:a16="http://schemas.microsoft.com/office/drawing/2014/main" id="{D73F4606-340B-86BB-FFF8-AB9EAE543B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395" y="5177740"/>
            <a:ext cx="33655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D98713A6-336C-5986-260A-18E766D7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4D1FCC38-660A-02EA-C9B3-B056ABED5966}"/>
              </a:ext>
            </a:extLst>
          </p:cNvPr>
          <p:cNvSpPr/>
          <p:nvPr/>
        </p:nvSpPr>
        <p:spPr>
          <a:xfrm>
            <a:off x="3026388" y="322110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C7EA2D45-B5F8-DC9F-851D-BEFD23066C7D}"/>
              </a:ext>
            </a:extLst>
          </p:cNvPr>
          <p:cNvSpPr/>
          <p:nvPr/>
        </p:nvSpPr>
        <p:spPr>
          <a:xfrm>
            <a:off x="6738417" y="322110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36B49BC9-9553-68DF-4E80-6322B197DCE1}"/>
              </a:ext>
            </a:extLst>
          </p:cNvPr>
          <p:cNvSpPr/>
          <p:nvPr/>
        </p:nvSpPr>
        <p:spPr>
          <a:xfrm>
            <a:off x="3026388" y="431039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C9348E14-6BD4-1357-33BF-CC180964AE06}"/>
              </a:ext>
            </a:extLst>
          </p:cNvPr>
          <p:cNvSpPr/>
          <p:nvPr/>
        </p:nvSpPr>
        <p:spPr>
          <a:xfrm>
            <a:off x="6738417" y="430665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6773C115-602E-F2A6-4750-112EC29F791A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618610DE-BF54-162F-6BD1-C0A0A3B80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BB13BBF9-A7CE-8C02-F22E-A2A75F4E1348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59750C3B-D405-B580-0654-E7F5DAEF69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900765"/>
            <a:ext cx="7797372" cy="1699728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dirty="0"/>
              <a:t>Por que organizar o processamento em funções facilita consultar diferentes produtos?</a:t>
            </a:r>
          </a:p>
          <a:p>
            <a:pPr lvl="4"/>
            <a:endParaRPr lang="pt-BR" sz="3200" dirty="0"/>
          </a:p>
        </p:txBody>
      </p:sp>
      <p:sp>
        <p:nvSpPr>
          <p:cNvPr id="2" name="Google Shape;852;p64">
            <a:extLst>
              <a:ext uri="{FF2B5EF4-FFF2-40B4-BE49-F238E27FC236}">
                <a16:creationId xmlns:a16="http://schemas.microsoft.com/office/drawing/2014/main" id="{40D9303F-0657-E6D2-4352-6A83C83EF2A4}"/>
              </a:ext>
            </a:extLst>
          </p:cNvPr>
          <p:cNvSpPr txBox="1"/>
          <p:nvPr/>
        </p:nvSpPr>
        <p:spPr>
          <a:xfrm>
            <a:off x="3279980" y="4554468"/>
            <a:ext cx="28873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Guarda os dados.</a:t>
            </a:r>
          </a:p>
        </p:txBody>
      </p:sp>
      <p:sp>
        <p:nvSpPr>
          <p:cNvPr id="5" name="Google Shape;854;p64">
            <a:extLst>
              <a:ext uri="{FF2B5EF4-FFF2-40B4-BE49-F238E27FC236}">
                <a16:creationId xmlns:a16="http://schemas.microsoft.com/office/drawing/2014/main" id="{3B30F271-3498-D5A4-79C6-693642042D8E}"/>
              </a:ext>
            </a:extLst>
          </p:cNvPr>
          <p:cNvSpPr txBox="1"/>
          <p:nvPr/>
        </p:nvSpPr>
        <p:spPr>
          <a:xfrm>
            <a:off x="6998877" y="4563992"/>
            <a:ext cx="287415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Reaproveita a lógica.</a:t>
            </a:r>
            <a:endParaRPr lang="pt-BR" sz="1200" dirty="0"/>
          </a:p>
        </p:txBody>
      </p:sp>
      <p:sp>
        <p:nvSpPr>
          <p:cNvPr id="11" name="Google Shape;855;p64">
            <a:extLst>
              <a:ext uri="{FF2B5EF4-FFF2-40B4-BE49-F238E27FC236}">
                <a16:creationId xmlns:a16="http://schemas.microsoft.com/office/drawing/2014/main" id="{ABA620DC-69AF-7B74-22BE-7462CA958E3F}"/>
              </a:ext>
            </a:extLst>
          </p:cNvPr>
          <p:cNvSpPr txBox="1"/>
          <p:nvPr/>
        </p:nvSpPr>
        <p:spPr>
          <a:xfrm>
            <a:off x="3271899" y="3465173"/>
            <a:ext cx="29054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Evita o menu.</a:t>
            </a:r>
            <a:endParaRPr lang="pt-BR" sz="2000" dirty="0"/>
          </a:p>
        </p:txBody>
      </p:sp>
      <p:sp>
        <p:nvSpPr>
          <p:cNvPr id="20" name="Google Shape;856;p64">
            <a:extLst>
              <a:ext uri="{FF2B5EF4-FFF2-40B4-BE49-F238E27FC236}">
                <a16:creationId xmlns:a16="http://schemas.microsoft.com/office/drawing/2014/main" id="{32B59E54-585A-5342-A0C6-7CEF0F74353A}"/>
              </a:ext>
            </a:extLst>
          </p:cNvPr>
          <p:cNvSpPr txBox="1"/>
          <p:nvPr/>
        </p:nvSpPr>
        <p:spPr>
          <a:xfrm>
            <a:off x="6998877" y="3465174"/>
            <a:ext cx="287415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Dispensa testes.</a:t>
            </a:r>
          </a:p>
        </p:txBody>
      </p:sp>
    </p:spTree>
    <p:extLst>
      <p:ext uri="{BB962C8B-B14F-4D97-AF65-F5344CB8AC3E}">
        <p14:creationId xmlns:p14="http://schemas.microsoft.com/office/powerpoint/2010/main" val="3371615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7">
          <a:extLst>
            <a:ext uri="{FF2B5EF4-FFF2-40B4-BE49-F238E27FC236}">
              <a16:creationId xmlns:a16="http://schemas.microsoft.com/office/drawing/2014/main" id="{19EFA342-661E-6EB2-1FC4-6C0BA53F0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6B8D7568-942C-D0D7-11F3-311712F2FDC9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A9399A4-8EDB-A425-2D40-C7FC17BB68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CC0C290C-087B-F65A-A2CC-531576057544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3" name="Google Shape;1434;p98">
            <a:extLst>
              <a:ext uri="{FF2B5EF4-FFF2-40B4-BE49-F238E27FC236}">
                <a16:creationId xmlns:a16="http://schemas.microsoft.com/office/drawing/2014/main" id="{BDA8772F-AD1C-CE62-6A6F-D4F1E4CB5F59}"/>
              </a:ext>
            </a:extLst>
          </p:cNvPr>
          <p:cNvSpPr/>
          <p:nvPr/>
        </p:nvSpPr>
        <p:spPr>
          <a:xfrm>
            <a:off x="2448429" y="4443362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435;p98">
            <a:extLst>
              <a:ext uri="{FF2B5EF4-FFF2-40B4-BE49-F238E27FC236}">
                <a16:creationId xmlns:a16="http://schemas.microsoft.com/office/drawing/2014/main" id="{986A6A2B-847E-DFF9-FE2C-61EB62933778}"/>
              </a:ext>
            </a:extLst>
          </p:cNvPr>
          <p:cNvSpPr/>
          <p:nvPr/>
        </p:nvSpPr>
        <p:spPr>
          <a:xfrm>
            <a:off x="2447410" y="3350374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436;p98">
            <a:extLst>
              <a:ext uri="{FF2B5EF4-FFF2-40B4-BE49-F238E27FC236}">
                <a16:creationId xmlns:a16="http://schemas.microsoft.com/office/drawing/2014/main" id="{9FDE2EC2-A5D0-AE69-A42F-F2DFA5B82186}"/>
              </a:ext>
            </a:extLst>
          </p:cNvPr>
          <p:cNvSpPr/>
          <p:nvPr/>
        </p:nvSpPr>
        <p:spPr>
          <a:xfrm>
            <a:off x="10222150" y="3363759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437;p98">
            <a:extLst>
              <a:ext uri="{FF2B5EF4-FFF2-40B4-BE49-F238E27FC236}">
                <a16:creationId xmlns:a16="http://schemas.microsoft.com/office/drawing/2014/main" id="{54FA99C0-8E5F-7466-706E-DAD457BE93B9}"/>
              </a:ext>
            </a:extLst>
          </p:cNvPr>
          <p:cNvSpPr/>
          <p:nvPr/>
        </p:nvSpPr>
        <p:spPr>
          <a:xfrm rot="-3043640">
            <a:off x="10279337" y="4503896"/>
            <a:ext cx="385459" cy="265917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849;p64">
            <a:extLst>
              <a:ext uri="{FF2B5EF4-FFF2-40B4-BE49-F238E27FC236}">
                <a16:creationId xmlns:a16="http://schemas.microsoft.com/office/drawing/2014/main" id="{8EFE595B-44E1-991E-21FC-BE086AFC1203}"/>
              </a:ext>
            </a:extLst>
          </p:cNvPr>
          <p:cNvSpPr/>
          <p:nvPr/>
        </p:nvSpPr>
        <p:spPr>
          <a:xfrm>
            <a:off x="3026388" y="322110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850;p64">
            <a:extLst>
              <a:ext uri="{FF2B5EF4-FFF2-40B4-BE49-F238E27FC236}">
                <a16:creationId xmlns:a16="http://schemas.microsoft.com/office/drawing/2014/main" id="{12EC341D-7A0C-5F0E-AF8E-7967B9FA0240}"/>
              </a:ext>
            </a:extLst>
          </p:cNvPr>
          <p:cNvSpPr/>
          <p:nvPr/>
        </p:nvSpPr>
        <p:spPr>
          <a:xfrm>
            <a:off x="6738417" y="322110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851;p64">
            <a:extLst>
              <a:ext uri="{FF2B5EF4-FFF2-40B4-BE49-F238E27FC236}">
                <a16:creationId xmlns:a16="http://schemas.microsoft.com/office/drawing/2014/main" id="{0B51BA36-C163-0BA9-E4B4-0ACC70EF53C1}"/>
              </a:ext>
            </a:extLst>
          </p:cNvPr>
          <p:cNvSpPr/>
          <p:nvPr/>
        </p:nvSpPr>
        <p:spPr>
          <a:xfrm>
            <a:off x="3026388" y="431039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853;p64">
            <a:extLst>
              <a:ext uri="{FF2B5EF4-FFF2-40B4-BE49-F238E27FC236}">
                <a16:creationId xmlns:a16="http://schemas.microsoft.com/office/drawing/2014/main" id="{B8EAD2CE-A52A-EAD9-DD10-2612C9AA1F73}"/>
              </a:ext>
            </a:extLst>
          </p:cNvPr>
          <p:cNvSpPr/>
          <p:nvPr/>
        </p:nvSpPr>
        <p:spPr>
          <a:xfrm>
            <a:off x="6738417" y="430665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852;p64">
            <a:extLst>
              <a:ext uri="{FF2B5EF4-FFF2-40B4-BE49-F238E27FC236}">
                <a16:creationId xmlns:a16="http://schemas.microsoft.com/office/drawing/2014/main" id="{A3787374-D3B0-4865-F07C-7F85E7E0F72A}"/>
              </a:ext>
            </a:extLst>
          </p:cNvPr>
          <p:cNvSpPr txBox="1"/>
          <p:nvPr/>
        </p:nvSpPr>
        <p:spPr>
          <a:xfrm>
            <a:off x="3279980" y="4554468"/>
            <a:ext cx="28873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Guarda os dados.</a:t>
            </a:r>
          </a:p>
        </p:txBody>
      </p:sp>
      <p:sp>
        <p:nvSpPr>
          <p:cNvPr id="25" name="Google Shape;854;p64">
            <a:extLst>
              <a:ext uri="{FF2B5EF4-FFF2-40B4-BE49-F238E27FC236}">
                <a16:creationId xmlns:a16="http://schemas.microsoft.com/office/drawing/2014/main" id="{03E4904C-21ED-8E9A-3A59-FB3B131C5B1D}"/>
              </a:ext>
            </a:extLst>
          </p:cNvPr>
          <p:cNvSpPr txBox="1"/>
          <p:nvPr/>
        </p:nvSpPr>
        <p:spPr>
          <a:xfrm>
            <a:off x="6998877" y="4563992"/>
            <a:ext cx="287415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Reaproveita a lógica.</a:t>
            </a:r>
            <a:endParaRPr lang="pt-BR" sz="1200" dirty="0"/>
          </a:p>
        </p:txBody>
      </p:sp>
      <p:sp>
        <p:nvSpPr>
          <p:cNvPr id="26" name="Google Shape;855;p64">
            <a:extLst>
              <a:ext uri="{FF2B5EF4-FFF2-40B4-BE49-F238E27FC236}">
                <a16:creationId xmlns:a16="http://schemas.microsoft.com/office/drawing/2014/main" id="{F993ADA6-90FD-9667-F356-EBB56347B2D5}"/>
              </a:ext>
            </a:extLst>
          </p:cNvPr>
          <p:cNvSpPr txBox="1"/>
          <p:nvPr/>
        </p:nvSpPr>
        <p:spPr>
          <a:xfrm>
            <a:off x="3271899" y="3465173"/>
            <a:ext cx="29054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Evita o menu.</a:t>
            </a:r>
            <a:endParaRPr lang="pt-BR" sz="2000" dirty="0"/>
          </a:p>
        </p:txBody>
      </p:sp>
      <p:sp>
        <p:nvSpPr>
          <p:cNvPr id="27" name="Google Shape;856;p64">
            <a:extLst>
              <a:ext uri="{FF2B5EF4-FFF2-40B4-BE49-F238E27FC236}">
                <a16:creationId xmlns:a16="http://schemas.microsoft.com/office/drawing/2014/main" id="{98D08C90-A070-DDF1-C31E-C4C07276A159}"/>
              </a:ext>
            </a:extLst>
          </p:cNvPr>
          <p:cNvSpPr txBox="1"/>
          <p:nvPr/>
        </p:nvSpPr>
        <p:spPr>
          <a:xfrm>
            <a:off x="6998877" y="3465174"/>
            <a:ext cx="287415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Dispensa testes.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B4C5CD4F-B58F-7FDD-E1C9-2FEC324C47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900765"/>
            <a:ext cx="7797372" cy="1699728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dirty="0"/>
              <a:t>Por que organizar o processamento em funções facilita consultar diferentes produtos?</a:t>
            </a:r>
          </a:p>
          <a:p>
            <a:pPr lvl="4"/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629045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1" name="Google Shape;3561;p324" title="diagrama (2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4006" y="133350"/>
            <a:ext cx="3307337" cy="6354059"/>
          </a:xfrm>
          <a:prstGeom prst="rect">
            <a:avLst/>
          </a:prstGeom>
          <a:noFill/>
          <a:ln>
            <a:noFill/>
          </a:ln>
        </p:spPr>
      </p:pic>
      <p:sp>
        <p:nvSpPr>
          <p:cNvPr id="3562" name="Google Shape;3562;p324"/>
          <p:cNvSpPr txBox="1"/>
          <p:nvPr/>
        </p:nvSpPr>
        <p:spPr>
          <a:xfrm>
            <a:off x="5833220" y="6439784"/>
            <a:ext cx="4615705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7" name="Google Shape;3567;p325"/>
          <p:cNvSpPr txBox="1">
            <a:spLocks noGrp="1"/>
          </p:cNvSpPr>
          <p:nvPr>
            <p:ph type="body" idx="1"/>
          </p:nvPr>
        </p:nvSpPr>
        <p:spPr>
          <a:xfrm>
            <a:off x="5500073" y="1875920"/>
            <a:ext cx="6238041" cy="242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Visualize como o loop processa múltiplos dados e como organizar a saída na tela: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MARCELO FABIANO | NEGÓCIOS QUE TRABALHAM POR VOCÊ! Como calcular a média dos alunos em Python – Projeto simples para iniciantes! Disponível em: </a:t>
            </a:r>
            <a:r>
              <a:rPr lang="pt-BR" sz="180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https://www.youtube.com/watch?v=Teah5XNcQ50</a:t>
            </a:r>
            <a:r>
              <a:rPr lang="pt-BR" sz="1800" u="sng" dirty="0">
                <a:solidFill>
                  <a:schemeClr val="hlink"/>
                </a:solidFill>
              </a:rPr>
              <a:t>.</a:t>
            </a:r>
            <a:r>
              <a:rPr lang="pt-BR" sz="1800" dirty="0">
                <a:solidFill>
                  <a:schemeClr val="hlink"/>
                </a:solidFill>
              </a:rPr>
              <a:t> </a:t>
            </a:r>
            <a:r>
              <a:rPr lang="pt-BR" sz="1800" dirty="0"/>
              <a:t>Acesso em: 17 ago. 2026. </a:t>
            </a: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Poppins"/>
              <a:buNone/>
            </a:pPr>
            <a:endParaRPr sz="1800" b="1" dirty="0"/>
          </a:p>
        </p:txBody>
      </p:sp>
      <p:sp>
        <p:nvSpPr>
          <p:cNvPr id="3568" name="Google Shape;3568;p325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" name="Google Shape;3573;p326"/>
          <p:cNvSpPr txBox="1">
            <a:spLocks noGrp="1"/>
          </p:cNvSpPr>
          <p:nvPr>
            <p:ph type="body" idx="1"/>
          </p:nvPr>
        </p:nvSpPr>
        <p:spPr>
          <a:xfrm>
            <a:off x="555150" y="1582530"/>
            <a:ext cx="11081700" cy="2840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dirty="0"/>
              <a:t>DIDÁTICA TECH. Loop for em Python: aprenda a dominar com exemplos práticos, [s.d.]. Disponível em: </a:t>
            </a:r>
            <a:r>
              <a:rPr lang="pt-BR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https://didatica.tech/loop-for-em-python-aprenda-a-dominar-com-exemplos-praticos/</a:t>
            </a:r>
            <a:r>
              <a:rPr lang="pt-BR" dirty="0"/>
              <a:t>. Acesso em: 02 ago. 2026.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  <a:buFont typeface="Arial"/>
            </a:pPr>
            <a:r>
              <a:rPr lang="pt-BR" dirty="0"/>
              <a:t>LOPES, E. Loops e estruturas de repetição no Python. </a:t>
            </a:r>
            <a:r>
              <a:rPr lang="pt-BR" b="1" dirty="0"/>
              <a:t>Python </a:t>
            </a:r>
            <a:r>
              <a:rPr lang="pt-BR" b="1" dirty="0" err="1"/>
              <a:t>Academy</a:t>
            </a:r>
            <a:r>
              <a:rPr lang="pt-BR" dirty="0"/>
              <a:t>, 30 maio 2026. Disponível em: </a:t>
            </a:r>
            <a:r>
              <a:rPr lang="pt-BR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https://pythonacademy.com.br/blog/estruturas-de-repeticao</a:t>
            </a:r>
            <a:r>
              <a:rPr lang="pt-BR" dirty="0"/>
              <a:t>. Acesso em: 02 ago. 2026.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  <a:buFont typeface="Arial"/>
            </a:pPr>
            <a:r>
              <a:rPr lang="pt-BR" dirty="0"/>
              <a:t>PYTHON SOFTWARE FOUNDATION. Mais ferramentas de controle de fluxo, 26 ago. 2026. Disponível em: </a:t>
            </a:r>
            <a:r>
              <a:rPr lang="pt-BR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https://docs.python.org/pt-br/3/tutorial/controlflow.html</a:t>
            </a:r>
            <a:r>
              <a:rPr lang="pt-BR" dirty="0"/>
              <a:t>. Acesso em: 02 ago. 2026.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" name="Google Shape;3585;p328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8" name="Google Shape;3588;p328"/>
          <p:cNvCxnSpPr>
            <a:cxnSpLocks/>
          </p:cNvCxnSpPr>
          <p:nvPr/>
        </p:nvCxnSpPr>
        <p:spPr>
          <a:xfrm flipV="1">
            <a:off x="685795" y="1040286"/>
            <a:ext cx="0" cy="43562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586" name="Google Shape;3586;p328"/>
          <p:cNvSpPr txBox="1"/>
          <p:nvPr/>
        </p:nvSpPr>
        <p:spPr>
          <a:xfrm>
            <a:off x="984870" y="769850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6</a:t>
            </a:r>
            <a:endParaRPr dirty="0"/>
          </a:p>
        </p:txBody>
      </p:sp>
      <p:sp>
        <p:nvSpPr>
          <p:cNvPr id="3587" name="Google Shape;3587;p328"/>
          <p:cNvSpPr txBox="1"/>
          <p:nvPr/>
        </p:nvSpPr>
        <p:spPr>
          <a:xfrm>
            <a:off x="984870" y="1448259"/>
            <a:ext cx="10251300" cy="3662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Orientações: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</a:rPr>
              <a:t>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Colocando em prática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. A atividade marca a passagem da análise para a implementação. Os estudantes devem ampliar o sistema existente, criando as funções de cálculo e classificação e integrando a nova funcionalidade ao menu.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Tempo previsto: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45 minutos.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Gestão de sala de aula: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organize os estudantes em duplas. Garanta que todos estejam trabalhando sobre o código das semanas anteriores e com a lista de vendas fornecida. Circule pela sala priorizando dúvidas sobre a lógica. Evite fornecer o código pronto. O roteiro do estudante já oferece apoio suficiente para a construção das funções.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Condução da dinâmica:</a:t>
            </a:r>
            <a:endParaRPr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comece pelo cálculo da média, conduzindo os estudantes a identificar como localizar somente as vendas do produto consultado;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depois, deixe maior autonomia na classificação, retomando as regras da Aula 1 apenas quando necessário;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quando as duas funções funcionarem, oriente a conexão entre elas e, por fim, a integração ao menu existente;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priorize primeiro uma consulta funcionando. Depois, incentive os testes com diferentes produtos e com um produto sem histórico.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Expectativas de respostas: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disponível no roteiro de atividade do professor. Espera-se que o estudante: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percorra os registros e filtre pelo produto;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calcule corretamente a média das vendas encontradas;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classifique a média nas faixas definidas;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trate produto sem vendas;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conecte cálculo e classificação;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integre a funcionalidade ao menu existente.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grpSp>
        <p:nvGrpSpPr>
          <p:cNvPr id="3590" name="Google Shape;3590;p328"/>
          <p:cNvGrpSpPr/>
          <p:nvPr/>
        </p:nvGrpSpPr>
        <p:grpSpPr>
          <a:xfrm>
            <a:off x="497841" y="1401845"/>
            <a:ext cx="386100" cy="382500"/>
            <a:chOff x="497841" y="1318604"/>
            <a:chExt cx="386100" cy="382500"/>
          </a:xfrm>
        </p:grpSpPr>
        <p:sp>
          <p:nvSpPr>
            <p:cNvPr id="3591" name="Google Shape;3591;p328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2" name="Google Shape;3592;p328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3" name="Google Shape;3593;p328"/>
          <p:cNvGrpSpPr/>
          <p:nvPr/>
        </p:nvGrpSpPr>
        <p:grpSpPr>
          <a:xfrm>
            <a:off x="497841" y="2403204"/>
            <a:ext cx="386100" cy="382500"/>
            <a:chOff x="497841" y="2265726"/>
            <a:chExt cx="386100" cy="382500"/>
          </a:xfrm>
        </p:grpSpPr>
        <p:sp>
          <p:nvSpPr>
            <p:cNvPr id="3594" name="Google Shape;3594;p328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5" name="Google Shape;3595;p328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6" name="Google Shape;3596;p328"/>
          <p:cNvGrpSpPr/>
          <p:nvPr/>
        </p:nvGrpSpPr>
        <p:grpSpPr>
          <a:xfrm>
            <a:off x="497841" y="3935258"/>
            <a:ext cx="386100" cy="382500"/>
            <a:chOff x="497841" y="3801694"/>
            <a:chExt cx="386100" cy="382500"/>
          </a:xfrm>
        </p:grpSpPr>
        <p:sp>
          <p:nvSpPr>
            <p:cNvPr id="3597" name="Google Shape;3597;p328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89" name="Google Shape;3589;p328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98" name="Google Shape;3598;p328"/>
          <p:cNvGrpSpPr/>
          <p:nvPr/>
        </p:nvGrpSpPr>
        <p:grpSpPr>
          <a:xfrm>
            <a:off x="497841" y="1892178"/>
            <a:ext cx="386100" cy="382500"/>
            <a:chOff x="497841" y="1802325"/>
            <a:chExt cx="386100" cy="382500"/>
          </a:xfrm>
        </p:grpSpPr>
        <p:sp>
          <p:nvSpPr>
            <p:cNvPr id="3599" name="Google Shape;3599;p328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00" name="Google Shape;3600;p32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01" name="Google Shape;3601;p328"/>
          <p:cNvGrpSpPr/>
          <p:nvPr/>
        </p:nvGrpSpPr>
        <p:grpSpPr>
          <a:xfrm>
            <a:off x="497841" y="3033919"/>
            <a:ext cx="386100" cy="382500"/>
            <a:chOff x="497841" y="3037886"/>
            <a:chExt cx="386100" cy="382500"/>
          </a:xfrm>
        </p:grpSpPr>
        <p:sp>
          <p:nvSpPr>
            <p:cNvPr id="3602" name="Google Shape;3602;p328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03" name="Google Shape;3603;p328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9" name="Google Shape;3609;p329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" name="Google Shape;3588;p328">
            <a:extLst>
              <a:ext uri="{FF2B5EF4-FFF2-40B4-BE49-F238E27FC236}">
                <a16:creationId xmlns:a16="http://schemas.microsoft.com/office/drawing/2014/main" id="{F114CE7A-1596-400F-348B-349AAFE35A34}"/>
              </a:ext>
            </a:extLst>
          </p:cNvPr>
          <p:cNvCxnSpPr>
            <a:cxnSpLocks/>
          </p:cNvCxnSpPr>
          <p:nvPr/>
        </p:nvCxnSpPr>
        <p:spPr>
          <a:xfrm flipV="1">
            <a:off x="685795" y="1040286"/>
            <a:ext cx="0" cy="208060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610" name="Google Shape;3610;p329"/>
          <p:cNvSpPr txBox="1"/>
          <p:nvPr/>
        </p:nvSpPr>
        <p:spPr>
          <a:xfrm>
            <a:off x="985520" y="795752"/>
            <a:ext cx="7219928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endParaRPr dirty="0"/>
          </a:p>
        </p:txBody>
      </p:sp>
      <p:sp>
        <p:nvSpPr>
          <p:cNvPr id="5" name="Google Shape;3647;p338">
            <a:extLst>
              <a:ext uri="{FF2B5EF4-FFF2-40B4-BE49-F238E27FC236}">
                <a16:creationId xmlns:a16="http://schemas.microsoft.com/office/drawing/2014/main" id="{04763F46-1AC9-4F8D-D551-F8FC53522788}"/>
              </a:ext>
            </a:extLst>
          </p:cNvPr>
          <p:cNvSpPr txBox="1"/>
          <p:nvPr/>
        </p:nvSpPr>
        <p:spPr>
          <a:xfrm>
            <a:off x="944138" y="1491780"/>
            <a:ext cx="11018400" cy="129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lvl="0">
              <a:buSzPts val="1000"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Pause e responda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é mobilizar os estudantes em relação aos conhecimentos apresentados e construídos em aula. É registro.</a:t>
            </a:r>
          </a:p>
          <a:p>
            <a:pPr lvl="0">
              <a:spcAft>
                <a:spcPts val="1200"/>
              </a:spcAft>
              <a:buSzPts val="1000"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2 minutos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3030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Resposta correta: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reaproveita a lógica. </a:t>
            </a:r>
          </a:p>
          <a:p>
            <a:pPr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Feedback da atividade: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 mesma lógica pode ser aplicada a diferentes produtos, sem precisar reescrever o processamento.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" name="Google Shape;3650;p338">
            <a:extLst>
              <a:ext uri="{FF2B5EF4-FFF2-40B4-BE49-F238E27FC236}">
                <a16:creationId xmlns:a16="http://schemas.microsoft.com/office/drawing/2014/main" id="{4D85BF30-C2A2-1A9A-430F-80F3FAC2B601}"/>
              </a:ext>
            </a:extLst>
          </p:cNvPr>
          <p:cNvGrpSpPr/>
          <p:nvPr/>
        </p:nvGrpSpPr>
        <p:grpSpPr>
          <a:xfrm>
            <a:off x="488316" y="1404909"/>
            <a:ext cx="386100" cy="382500"/>
            <a:chOff x="497841" y="1318604"/>
            <a:chExt cx="386100" cy="382500"/>
          </a:xfrm>
        </p:grpSpPr>
        <p:sp>
          <p:nvSpPr>
            <p:cNvPr id="7" name="Google Shape;3651;p338">
              <a:extLst>
                <a:ext uri="{FF2B5EF4-FFF2-40B4-BE49-F238E27FC236}">
                  <a16:creationId xmlns:a16="http://schemas.microsoft.com/office/drawing/2014/main" id="{E5469620-87AE-3868-A3E6-4906AD739967}"/>
                </a:ext>
              </a:extLst>
            </p:cNvPr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3652;p338">
              <a:extLst>
                <a:ext uri="{FF2B5EF4-FFF2-40B4-BE49-F238E27FC236}">
                  <a16:creationId xmlns:a16="http://schemas.microsoft.com/office/drawing/2014/main" id="{EF0FAF51-730F-47D0-0429-DC3869D38268}"/>
                </a:ext>
              </a:extLst>
            </p:cNvPr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oogle Shape;3653;p338">
            <a:extLst>
              <a:ext uri="{FF2B5EF4-FFF2-40B4-BE49-F238E27FC236}">
                <a16:creationId xmlns:a16="http://schemas.microsoft.com/office/drawing/2014/main" id="{36D3B55E-5218-B6CD-48DD-56F9D77F730E}"/>
              </a:ext>
            </a:extLst>
          </p:cNvPr>
          <p:cNvGrpSpPr/>
          <p:nvPr/>
        </p:nvGrpSpPr>
        <p:grpSpPr>
          <a:xfrm>
            <a:off x="488316" y="2367311"/>
            <a:ext cx="386100" cy="382500"/>
            <a:chOff x="497841" y="3801694"/>
            <a:chExt cx="386100" cy="382500"/>
          </a:xfrm>
        </p:grpSpPr>
        <p:sp>
          <p:nvSpPr>
            <p:cNvPr id="10" name="Google Shape;3654;p338">
              <a:extLst>
                <a:ext uri="{FF2B5EF4-FFF2-40B4-BE49-F238E27FC236}">
                  <a16:creationId xmlns:a16="http://schemas.microsoft.com/office/drawing/2014/main" id="{1FAA9F44-AC76-8588-0B8E-E69C0B61ED54}"/>
                </a:ext>
              </a:extLst>
            </p:cNvPr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Google Shape;3649;p338">
              <a:extLst>
                <a:ext uri="{FF2B5EF4-FFF2-40B4-BE49-F238E27FC236}">
                  <a16:creationId xmlns:a16="http://schemas.microsoft.com/office/drawing/2014/main" id="{0D46BA7F-D551-4D3F-4B47-16B57B6F1FD8}"/>
                </a:ext>
              </a:extLst>
            </p:cNvPr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oogle Shape;3655;p338">
            <a:extLst>
              <a:ext uri="{FF2B5EF4-FFF2-40B4-BE49-F238E27FC236}">
                <a16:creationId xmlns:a16="http://schemas.microsoft.com/office/drawing/2014/main" id="{F47C2CD3-43A8-5D06-E5D3-E3F4DBEC54F4}"/>
              </a:ext>
            </a:extLst>
          </p:cNvPr>
          <p:cNvGrpSpPr/>
          <p:nvPr/>
        </p:nvGrpSpPr>
        <p:grpSpPr>
          <a:xfrm>
            <a:off x="488316" y="1842247"/>
            <a:ext cx="386100" cy="382500"/>
            <a:chOff x="497841" y="1802325"/>
            <a:chExt cx="386100" cy="382500"/>
          </a:xfrm>
        </p:grpSpPr>
        <p:sp>
          <p:nvSpPr>
            <p:cNvPr id="13" name="Google Shape;3656;p338">
              <a:extLst>
                <a:ext uri="{FF2B5EF4-FFF2-40B4-BE49-F238E27FC236}">
                  <a16:creationId xmlns:a16="http://schemas.microsoft.com/office/drawing/2014/main" id="{541000E5-68CE-36D9-E2A6-B8F7D33D8AAC}"/>
                </a:ext>
              </a:extLst>
            </p:cNvPr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" name="Google Shape;3657;p338">
              <a:extLst>
                <a:ext uri="{FF2B5EF4-FFF2-40B4-BE49-F238E27FC236}">
                  <a16:creationId xmlns:a16="http://schemas.microsoft.com/office/drawing/2014/main" id="{5CF4F50D-653C-114D-9077-81B233BEECC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09;p52">
            <a:extLst>
              <a:ext uri="{FF2B5EF4-FFF2-40B4-BE49-F238E27FC236}">
                <a16:creationId xmlns:a16="http://schemas.microsoft.com/office/drawing/2014/main" id="{BB6DDC3D-9D9B-6EFA-AD41-616BC3D2D776}"/>
              </a:ext>
            </a:extLst>
          </p:cNvPr>
          <p:cNvSpPr/>
          <p:nvPr/>
        </p:nvSpPr>
        <p:spPr>
          <a:xfrm>
            <a:off x="0" y="666839"/>
            <a:ext cx="12192000" cy="493058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37;p54">
            <a:extLst>
              <a:ext uri="{FF2B5EF4-FFF2-40B4-BE49-F238E27FC236}">
                <a16:creationId xmlns:a16="http://schemas.microsoft.com/office/drawing/2014/main" id="{1381327C-9063-1B78-C23F-88A723E2EA52}"/>
              </a:ext>
            </a:extLst>
          </p:cNvPr>
          <p:cNvSpPr/>
          <p:nvPr/>
        </p:nvSpPr>
        <p:spPr>
          <a:xfrm>
            <a:off x="0" y="4761749"/>
            <a:ext cx="12192000" cy="493059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Google Shape;1739;p54">
            <a:extLst>
              <a:ext uri="{FF2B5EF4-FFF2-40B4-BE49-F238E27FC236}">
                <a16:creationId xmlns:a16="http://schemas.microsoft.com/office/drawing/2014/main" id="{B78F11A6-9635-D2D7-289D-5C1876EEC0F1}"/>
              </a:ext>
            </a:extLst>
          </p:cNvPr>
          <p:cNvCxnSpPr>
            <a:cxnSpLocks/>
          </p:cNvCxnSpPr>
          <p:nvPr/>
        </p:nvCxnSpPr>
        <p:spPr>
          <a:xfrm flipV="1">
            <a:off x="683554" y="5047250"/>
            <a:ext cx="0" cy="148275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" name="Conector Reto 6">
            <a:extLst>
              <a:ext uri="{FF2B5EF4-FFF2-40B4-BE49-F238E27FC236}">
                <a16:creationId xmlns:a16="http://schemas.microsoft.com/office/drawing/2014/main" id="{3BC0A23B-3468-9220-0551-50506B215100}"/>
              </a:ext>
            </a:extLst>
          </p:cNvPr>
          <p:cNvCxnSpPr>
            <a:cxnSpLocks/>
          </p:cNvCxnSpPr>
          <p:nvPr/>
        </p:nvCxnSpPr>
        <p:spPr>
          <a:xfrm flipV="1">
            <a:off x="683554" y="911196"/>
            <a:ext cx="0" cy="3551474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BF5934-41A9-0D0B-AE9F-AF183D8BF2F9}"/>
              </a:ext>
            </a:extLst>
          </p:cNvPr>
          <p:cNvSpPr txBox="1"/>
          <p:nvPr/>
        </p:nvSpPr>
        <p:spPr>
          <a:xfrm>
            <a:off x="985520" y="663122"/>
            <a:ext cx="5923280" cy="48289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Slide 9</a:t>
            </a:r>
            <a:endParaRPr lang="pt-BR" sz="32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541EAB43-31FA-BED1-AE78-2FF4DECFA043}"/>
              </a:ext>
            </a:extLst>
          </p:cNvPr>
          <p:cNvSpPr/>
          <p:nvPr/>
        </p:nvSpPr>
        <p:spPr>
          <a:xfrm>
            <a:off x="497841" y="3855028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3CC42260-0044-E9A3-B64D-FEF4F7AC62A3}"/>
              </a:ext>
            </a:extLst>
          </p:cNvPr>
          <p:cNvSpPr/>
          <p:nvPr/>
        </p:nvSpPr>
        <p:spPr>
          <a:xfrm>
            <a:off x="497841" y="2969001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38F29F4C-04EE-3769-1762-3AF343C2F1F8}"/>
              </a:ext>
            </a:extLst>
          </p:cNvPr>
          <p:cNvSpPr/>
          <p:nvPr/>
        </p:nvSpPr>
        <p:spPr>
          <a:xfrm>
            <a:off x="497841" y="2226399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6234458F-697B-C034-9F26-ADB149FD56A9}"/>
              </a:ext>
            </a:extLst>
          </p:cNvPr>
          <p:cNvSpPr/>
          <p:nvPr/>
        </p:nvSpPr>
        <p:spPr>
          <a:xfrm>
            <a:off x="497841" y="1711655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837F79DC-D1DC-B322-94B0-BC032BADF6B1}"/>
              </a:ext>
            </a:extLst>
          </p:cNvPr>
          <p:cNvSpPr/>
          <p:nvPr/>
        </p:nvSpPr>
        <p:spPr>
          <a:xfrm>
            <a:off x="497841" y="1283109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2" name="Google Shape;2216;p100">
            <a:extLst>
              <a:ext uri="{FF2B5EF4-FFF2-40B4-BE49-F238E27FC236}">
                <a16:creationId xmlns:a16="http://schemas.microsoft.com/office/drawing/2014/main" id="{484EDDCA-80D8-2480-5EB8-D849912F9AF3}"/>
              </a:ext>
            </a:extLst>
          </p:cNvPr>
          <p:cNvSpPr/>
          <p:nvPr/>
        </p:nvSpPr>
        <p:spPr>
          <a:xfrm>
            <a:off x="569897" y="1381664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8811D7D6-5E56-ED1B-6F38-E722D9E83D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865" y="1807774"/>
            <a:ext cx="156858" cy="188229"/>
          </a:xfrm>
          <a:prstGeom prst="rect">
            <a:avLst/>
          </a:prstGeom>
        </p:spPr>
      </p:pic>
      <p:sp>
        <p:nvSpPr>
          <p:cNvPr id="14" name="Google Shape;2223;p100">
            <a:extLst>
              <a:ext uri="{FF2B5EF4-FFF2-40B4-BE49-F238E27FC236}">
                <a16:creationId xmlns:a16="http://schemas.microsoft.com/office/drawing/2014/main" id="{91AB36CE-0A6D-1F84-F6B5-2D946F824E5D}"/>
              </a:ext>
            </a:extLst>
          </p:cNvPr>
          <p:cNvSpPr>
            <a:spLocks/>
          </p:cNvSpPr>
          <p:nvPr/>
        </p:nvSpPr>
        <p:spPr>
          <a:xfrm>
            <a:off x="566852" y="2304829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F3945891-767A-7B18-9B49-EE263D0A49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906" y="3039456"/>
            <a:ext cx="235296" cy="240643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8EEE966C-613A-37E6-B5AE-5110F1ADA0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782" y="3909148"/>
            <a:ext cx="208026" cy="266700"/>
          </a:xfrm>
          <a:prstGeom prst="rect">
            <a:avLst/>
          </a:prstGeom>
        </p:spPr>
      </p:pic>
      <p:sp>
        <p:nvSpPr>
          <p:cNvPr id="17" name="CaixaDeTexto 3">
            <a:extLst>
              <a:ext uri="{FF2B5EF4-FFF2-40B4-BE49-F238E27FC236}">
                <a16:creationId xmlns:a16="http://schemas.microsoft.com/office/drawing/2014/main" id="{A98B4930-1249-FA4C-31DB-16D940173436}"/>
              </a:ext>
            </a:extLst>
          </p:cNvPr>
          <p:cNvSpPr txBox="1"/>
          <p:nvPr/>
        </p:nvSpPr>
        <p:spPr>
          <a:xfrm>
            <a:off x="999415" y="1364950"/>
            <a:ext cx="10876724" cy="2831544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SzPts val="10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que nós aprendemos hoje?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 o objetivo de reforçar e esclarecer os principais conceitos discutidos, incentivando os estudantes a recordarem e articularem os principais pontos da aula. 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>
              <a:buSzPts val="1000"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2 minutos. </a:t>
            </a:r>
          </a:p>
          <a:p>
            <a:pPr lvl="0">
              <a:buSzPts val="1000"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lvl="0">
              <a:buSzPts val="1000"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Gestão de sala de aula: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mantenha um tom positivo e construtivo, reforçando o aprendizado;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seja direto e objetivo nas explicações para manter a atividade dentro do tempo estipulado;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engaje os estudantes rapidamente, pedindo confirmações ou reações breves às definições apresentadas. </a:t>
            </a:r>
          </a:p>
          <a:p>
            <a:pPr lvl="0">
              <a:buSzPts val="1000"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Condução da dinâmica: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explique aos estudantes que esse é um momento de reflexão e esclarecimento sobre os conceitos abordados na aula;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informe que será feita uma rápida revisão para assegurar o entendimento correto das definições e dos conceitos;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17145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apresente o slide com os principais tópicos da aula. Retome rapidamente os conceitos representados no esquema, reiterando a importância de cada um deles e como ele se encaixa no contexto maior da aula e na vida profissional.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lvl="0">
              <a:buSzPts val="1000"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>
              <a:buSzPts val="10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que é esperado: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os estudantes devem sair da aula com um entendimento claro e preciso dos conceitos principais. </a:t>
            </a:r>
          </a:p>
        </p:txBody>
      </p:sp>
      <p:sp>
        <p:nvSpPr>
          <p:cNvPr id="18" name="Google Shape;1740;p54">
            <a:extLst>
              <a:ext uri="{FF2B5EF4-FFF2-40B4-BE49-F238E27FC236}">
                <a16:creationId xmlns:a16="http://schemas.microsoft.com/office/drawing/2014/main" id="{50B90C59-80FA-4DFF-1081-58AD1D39FD12}"/>
              </a:ext>
            </a:extLst>
          </p:cNvPr>
          <p:cNvSpPr/>
          <p:nvPr/>
        </p:nvSpPr>
        <p:spPr>
          <a:xfrm>
            <a:off x="492761" y="5337557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741;p54">
            <a:extLst>
              <a:ext uri="{FF2B5EF4-FFF2-40B4-BE49-F238E27FC236}">
                <a16:creationId xmlns:a16="http://schemas.microsoft.com/office/drawing/2014/main" id="{DAC304E4-8E47-6E4A-51C7-ACB1B0EA7716}"/>
              </a:ext>
            </a:extLst>
          </p:cNvPr>
          <p:cNvSpPr txBox="1"/>
          <p:nvPr/>
        </p:nvSpPr>
        <p:spPr>
          <a:xfrm>
            <a:off x="970280" y="4780402"/>
            <a:ext cx="5923280" cy="61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Slide </a:t>
            </a:r>
            <a:r>
              <a:rPr lang="pt-BR" sz="3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 dirty="0"/>
          </a:p>
        </p:txBody>
      </p:sp>
      <p:sp>
        <p:nvSpPr>
          <p:cNvPr id="20" name="Google Shape;1743;p54">
            <a:extLst>
              <a:ext uri="{FF2B5EF4-FFF2-40B4-BE49-F238E27FC236}">
                <a16:creationId xmlns:a16="http://schemas.microsoft.com/office/drawing/2014/main" id="{E74E219A-D0B7-71DD-AA7B-DE3C308C88AC}"/>
              </a:ext>
            </a:extLst>
          </p:cNvPr>
          <p:cNvSpPr/>
          <p:nvPr/>
        </p:nvSpPr>
        <p:spPr>
          <a:xfrm>
            <a:off x="492761" y="5907750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749;p54">
            <a:extLst>
              <a:ext uri="{FF2B5EF4-FFF2-40B4-BE49-F238E27FC236}">
                <a16:creationId xmlns:a16="http://schemas.microsoft.com/office/drawing/2014/main" id="{3EFFD2EE-286B-7C77-E9A8-2546EB1E7BC9}"/>
              </a:ext>
            </a:extLst>
          </p:cNvPr>
          <p:cNvSpPr/>
          <p:nvPr/>
        </p:nvSpPr>
        <p:spPr>
          <a:xfrm>
            <a:off x="569898" y="5441424"/>
            <a:ext cx="237236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1751;p54">
            <a:extLst>
              <a:ext uri="{FF2B5EF4-FFF2-40B4-BE49-F238E27FC236}">
                <a16:creationId xmlns:a16="http://schemas.microsoft.com/office/drawing/2014/main" id="{53990472-B02D-1C1C-4F0D-0C70090F2AE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8578" y="5995854"/>
            <a:ext cx="154445" cy="19305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260;p25">
            <a:extLst>
              <a:ext uri="{FF2B5EF4-FFF2-40B4-BE49-F238E27FC236}">
                <a16:creationId xmlns:a16="http://schemas.microsoft.com/office/drawing/2014/main" id="{428610CB-B104-ADAE-6166-BED06F6D3AE4}"/>
              </a:ext>
            </a:extLst>
          </p:cNvPr>
          <p:cNvSpPr txBox="1"/>
          <p:nvPr/>
        </p:nvSpPr>
        <p:spPr>
          <a:xfrm>
            <a:off x="992497" y="5393777"/>
            <a:ext cx="10251300" cy="83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r>
              <a:rPr lang="pt-BR" sz="1000" b="1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Orientações: </a:t>
            </a:r>
            <a:r>
              <a:rPr lang="pt-BR" sz="100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>
                <a:latin typeface="Poppins" panose="00000500000000000000" pitchFamily="2" charset="0"/>
                <a:cs typeface="Poppins" panose="00000500000000000000" pitchFamily="2" charset="0"/>
              </a:rPr>
              <a:t>Saiba mais </a:t>
            </a:r>
            <a:r>
              <a:rPr lang="pt-BR" sz="1000">
                <a:latin typeface="Poppins" panose="00000500000000000000" pitchFamily="2" charset="0"/>
                <a:cs typeface="Poppins" panose="00000500000000000000" pitchFamily="2" charset="0"/>
              </a:rPr>
              <a:t>apresenta recursos extraclasse para que os estudantes complementem sua formação. Incentive-os a continuarem explorando o tema da aula.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Tempo previsto: </a:t>
            </a:r>
            <a:r>
              <a:rPr lang="pt-BR" sz="100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1</a:t>
            </a:r>
            <a:r>
              <a:rPr lang="pt-BR" sz="1000" b="0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minuto.</a:t>
            </a:r>
            <a:endParaRPr sz="1000" b="1" i="0" u="none" strike="noStrike" cap="none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1044</Words>
  <Application>Microsoft Office PowerPoint</Application>
  <PresentationFormat>Ecrã Panorâmico</PresentationFormat>
  <Paragraphs>123</Paragraphs>
  <Slides>16</Slides>
  <Notes>16</Notes>
  <HiddenSlides>5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dos diapositivos</vt:lpstr>
      </vt:variant>
      <vt:variant>
        <vt:i4>16</vt:i4>
      </vt:variant>
    </vt:vector>
  </HeadingPairs>
  <TitlesOfParts>
    <vt:vector size="24" baseType="lpstr">
      <vt:lpstr>Poppins Medium</vt:lpstr>
      <vt:lpstr>Arial</vt:lpstr>
      <vt:lpstr>Calibri</vt:lpstr>
      <vt:lpstr>Poppins Light</vt:lpstr>
      <vt:lpstr>Poppins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Gustavo Henrique da Silva Oliveira</cp:lastModifiedBy>
  <cp:revision>287</cp:revision>
  <dcterms:modified xsi:type="dcterms:W3CDTF">2026-08-28T18:39:02Z</dcterms:modified>
</cp:coreProperties>
</file>